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VLB ICO IR 덱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백서 요약 · Value Ledger Bridge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프로젝트 개요</a:t>
            </a:r>
          </a:p>
          <a:p>
            <a:r>
              <a:t>토큰이코노미</a:t>
            </a:r>
          </a:p>
          <a:p>
            <a:r>
              <a:t>스마트컨트랙트 구조</a:t>
            </a:r>
          </a:p>
          <a:p>
            <a:r>
              <a:t>채널 전략</a:t>
            </a:r>
          </a:p>
          <a:p>
            <a:r>
              <a:t>세일 일정</a:t>
            </a:r>
          </a:p>
          <a:p>
            <a:r>
              <a:t>리스크/컴플라이언스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프로젝트 개요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ETH 기반 크로스체인 정산 인프라</a:t>
            </a:r>
          </a:p>
          <a:p>
            <a:r>
              <a:t>무역대금 결제 지연 문제 해결</a:t>
            </a:r>
          </a:p>
          <a:p>
            <a:r>
              <a:t>목표 조달 3,000 ETH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토큰이코노미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총 발행량 10억개 고정</a:t>
            </a:r>
          </a:p>
          <a:p>
            <a:r>
              <a:t>팀 물량 클리프+베스팅 적용</a:t>
            </a:r>
          </a:p>
          <a:p>
            <a:r>
              <a:t>생태계 펀드 파트너십 용도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스마트컨트랙트 구조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화이트리스트 기반 참여</a:t>
            </a:r>
          </a:p>
          <a:p>
            <a:r>
              <a:t>단계별 세일 구조</a:t>
            </a:r>
          </a:p>
          <a:p>
            <a:r>
              <a:t>감사법인 사전 감사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채널 전략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커뮤니티/미디어/파트너십 3축</a:t>
            </a:r>
          </a:p>
          <a:p>
            <a:r>
              <a:t>단계별 예산 배정</a:t>
            </a:r>
          </a:p>
          <a:p>
            <a:r>
              <a:t>탄력적 운영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세일 일정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프라이빗→프리→퍼블릭 세일</a:t>
            </a:r>
          </a:p>
          <a:p>
            <a:r>
              <a:t>세일 종료 후 2주내 상장 목표</a:t>
            </a:r>
          </a:p>
          <a:p>
            <a:r>
              <a:t>메인넷 브릿지 11월 오픈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리스크/컴플라이언스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증권성 이슈 지역 지오블로킹</a:t>
            </a:r>
          </a:p>
          <a:p>
            <a:r>
              <a:t>AML/KYC 의무화</a:t>
            </a:r>
          </a:p>
          <a:p>
            <a:r>
              <a:t>법률자문단 상시 운영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