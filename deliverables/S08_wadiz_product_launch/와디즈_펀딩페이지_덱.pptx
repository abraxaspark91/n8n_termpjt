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저널 레코더 펀딩 페이지 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와디즈 크라우드펀딩 런칭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제품 소개</a:t>
            </a:r>
          </a:p>
          <a:p>
            <a:r>
              <a:t>문제/솔루션</a:t>
            </a:r>
          </a:p>
          <a:p>
            <a:r>
              <a:t>리워드 구성</a:t>
            </a:r>
          </a:p>
          <a:p>
            <a:r>
              <a:t>얼리버드 전략</a:t>
            </a:r>
          </a:p>
          <a:p>
            <a:r>
              <a:t>스토리 하이라이트</a:t>
            </a:r>
          </a:p>
          <a:p>
            <a:r>
              <a:t>일정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음성→텍스트→요약 자동화</a:t>
            </a:r>
          </a:p>
          <a:p>
            <a:r>
              <a:t>타깃: 직장인, 1인 창작자</a:t>
            </a:r>
          </a:p>
          <a:p>
            <a:r>
              <a:t>온디바이스 요약 프라이버시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문제/솔루션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회의록 정리의 번거로움</a:t>
            </a:r>
          </a:p>
          <a:p>
            <a:r>
              <a:t>자동 녹음·요약으로 해결</a:t>
            </a:r>
          </a:p>
          <a:p>
            <a:r>
              <a:t>실사용 데모로 신뢰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리워드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슈퍼얼리버드 100개 한정</a:t>
            </a:r>
          </a:p>
          <a:p>
            <a:r>
              <a:t>얼리버드 300개 한정</a:t>
            </a:r>
          </a:p>
          <a:p>
            <a:r>
              <a:t>2개 패키지 선물용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얼리버드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24시간 한정 슈퍼얼리버드</a:t>
            </a:r>
          </a:p>
          <a:p>
            <a:r>
              <a:t>실시간 소진율 노출</a:t>
            </a:r>
          </a:p>
          <a:p>
            <a:r>
              <a:t>SNS 공유 할인쿠폰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스토리 하이라이트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문제제기→솔루션→핵심기능</a:t>
            </a:r>
          </a:p>
          <a:p>
            <a:r>
              <a:t>실사용자 인터뷰 포함</a:t>
            </a:r>
          </a:p>
          <a:p>
            <a:r>
              <a:t>FAQ로 구매장벽 해소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일정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펀딩 30일, 1주차 40% 목표</a:t>
            </a:r>
          </a:p>
          <a:p>
            <a:r>
              <a:t>2차 생산 여부 3주차 결정</a:t>
            </a:r>
          </a:p>
          <a:p>
            <a:r>
              <a:t>배송 목표 6주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