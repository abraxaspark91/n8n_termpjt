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선거비용 실사·민원대응 업무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선거관리위원회 사무보조 업무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업무 개요</a:t>
            </a:r>
          </a:p>
          <a:p>
            <a:r>
              <a:t>실사 절차</a:t>
            </a:r>
          </a:p>
          <a:p>
            <a:r>
              <a:t>민원 분류 기준</a:t>
            </a:r>
          </a:p>
          <a:p>
            <a:r>
              <a:t>에스컬레이션 기준</a:t>
            </a:r>
          </a:p>
          <a:p>
            <a:r>
              <a:t>처리 현황</a:t>
            </a:r>
          </a:p>
          <a:p>
            <a:r>
              <a:t>유의사항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업무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실사보조 업무범위 정의</a:t>
            </a:r>
          </a:p>
          <a:p>
            <a:r>
              <a:t>조사관 지도감독 하 수행</a:t>
            </a:r>
          </a:p>
          <a:p>
            <a:r>
              <a:t>최종판단은 조사관 권한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실사 절차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회계보고서-증빙 1차대조</a:t>
            </a:r>
          </a:p>
          <a:p>
            <a:r>
              <a:t>불일치항목 사유기록</a:t>
            </a:r>
          </a:p>
          <a:p>
            <a:r>
              <a:t>조사관 보고 및 지시대기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민원 분류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방문/전화/온라인 3개 경로</a:t>
            </a:r>
          </a:p>
          <a:p>
            <a:r>
              <a:t>단순문의 vs 법령해석 구분</a:t>
            </a:r>
          </a:p>
          <a:p>
            <a:r>
              <a:t>접수즉시 담당부서 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에스컬레이션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신규쟁점 상급검토 요청</a:t>
            </a:r>
          </a:p>
          <a:p>
            <a:r>
              <a:t>에스컬레이션 접수처·승인권자·목표 처리시간(SLA)은 후속 확정</a:t>
            </a:r>
          </a:p>
          <a:p>
            <a:r>
              <a:t>결과 민원인 통지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처리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일반민원 7일, 법령해석 14일</a:t>
            </a:r>
          </a:p>
          <a:p>
            <a:r>
              <a:t>보고 기준 및 최종 승인권자는 후속 확정</a:t>
            </a:r>
          </a:p>
          <a:p>
            <a:r>
              <a:t>이의신청 필수 에스컬레이션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개인정보 목적외 사용금지</a:t>
            </a:r>
          </a:p>
          <a:p>
            <a:r>
              <a:t>자료열람 이력기록</a:t>
            </a:r>
          </a:p>
          <a:p>
            <a:r>
              <a:t>외부반출 사전승인 필수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선거 지원 절차 및 에스컬레이션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관리계 선거비용 실사 보조 범위·절차·역할·기록·보고 기준 문서화</a:t>
            </a:r>
          </a:p>
          <a:p>
            <a:pPr>
              <a:defRPr sz="1400"/>
            </a:pPr>
            <a:r>
              <a:t>지도계 민원 접수·분류·답변 및 유권해석 에스컬레이션 기준 문서화</a:t>
            </a:r>
          </a:p>
          <a:p>
            <a:pPr>
              <a:defRPr sz="1400"/>
            </a:pPr>
            <a:r>
              <a:t>관리계·지도계 업무 인계·협업·기록 공유 기준 정리</a:t>
            </a:r>
          </a:p>
          <a:p>
            <a:pPr>
              <a:defRPr sz="1400"/>
            </a:pPr>
            <a:r>
              <a:t>최종 승인권자·보고 기준, 에스컬레이션 SLA, 보존기간·접근권한은 후속 확정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승인 페이로드 반영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관리계 선거비용 실사 보조 범위·절차·역할·기록·보고 기준을 문서화</a:t>
            </a:r>
          </a:p>
          <a:p>
            <a:pPr>
              <a:defRPr sz="1400"/>
            </a:pPr>
            <a:r>
              <a:t>지도계 민원 접수·분류·답변 및 유권해석 에스컬레이션 기준을 문서화</a:t>
            </a:r>
          </a:p>
          <a:p>
            <a:pPr>
              <a:defRPr sz="1400"/>
            </a:pPr>
            <a:r>
              <a:t>관리계·지도계 업무 인계·협업·기록 공유 및 개인정보·민감정보 통제를 반영</a:t>
            </a:r>
          </a:p>
          <a:p>
            <a:pPr>
              <a:defRPr sz="1400"/>
            </a:pPr>
            <a:r>
              <a:t>최종 승인권자·법적 근거·RACI·SLA·보존기간·접근권한·대외 답변 품질관리 책임은 후속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