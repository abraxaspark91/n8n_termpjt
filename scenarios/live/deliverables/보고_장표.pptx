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보고_장표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REQ-20260725-SD-FI-KNA1 승인 게이트 변경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변경안 최종 확정 및 개발·테스트 보류</a:t>
            </a:r>
          </a:p>
          <a:p>
            <a:pPr>
              <a:defRPr sz="1400"/>
            </a:pPr>
            <a:r>
              <a:t>SD-FI·KNA1에서 세금·가격·통화·계정결정·운영·재처리·회귀테스트까지 영향분석 확대</a:t>
            </a:r>
          </a:p>
          <a:p>
            <a:pPr>
              <a:defRPr sz="1400"/>
            </a:pPr>
            <a:r>
              <a:t>정상·오류·경계값·재처리·중복 전표를 포함한 객관적 통합테스트 합격 기준 확정</a:t>
            </a:r>
          </a:p>
          <a:p>
            <a:pPr>
              <a:defRPr sz="1400"/>
            </a:pPr>
            <a:r>
              <a:t>KNA1 개인정보·접근권한·마스킹·보존·감사로그 및 SAP 확장 영향 검토</a:t>
            </a:r>
          </a:p>
          <a:p>
            <a:pPr>
              <a:defRPr sz="1400"/>
            </a:pPr>
            <a:r>
              <a:t>책임자·승인자·일정·릴리즈 목표·변경관리 추적성 확정 후 산출물 갱신</a:t>
            </a:r>
          </a:p>
          <a:p>
            <a:pPr>
              <a:defRPr sz="1400"/>
            </a:pPr>
            <a:r>
              <a:t>REQ-SEED-1 표준 RE 오더 타입 결정과의 연관성 검토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통합 승인 게이트 보완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표준 RE 오더 방향은 유지</a:t>
            </a:r>
          </a:p>
          <a:p>
            <a:pPr>
              <a:defRPr sz="1400"/>
            </a:pPr>
            <a:r>
              <a:t>SD 반품·MM 재고·FI 회계·MRP·MD04 알림의 교차 모듈 규칙과 예외를 확정</a:t>
            </a:r>
          </a:p>
          <a:p>
            <a:pPr>
              <a:defRPr sz="1400"/>
            </a:pPr>
            <a:r>
              <a:t>FI 승인 권한 분리, 자기 승인 방지, 대리·긴급권한·서비스 계정 통제 및 감사 추적 반영</a:t>
            </a:r>
          </a:p>
          <a:p>
            <a:pPr>
              <a:defRPr sz="1400"/>
            </a:pPr>
            <a:r>
              <a:t>통합 테스트의 객관적 합격 기준과 릴리즈·운영 전환·모니터링·롤백 조건 확정 전 진행 보류</a:t>
            </a:r>
          </a:p>
          <a:p>
            <a:pPr>
              <a:defRPr sz="1400"/>
            </a:pPr>
            <a:r>
              <a:t>현행 프로세스·권한·인터페이스·개인정보·감사로그 근거와 책임자 확정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