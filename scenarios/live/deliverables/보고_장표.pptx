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보고_장표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REQ-20260725-SD-FI-KNA1 승인 게이트 변경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변경안 최종 확정 및 개발·테스트 보류</a:t>
            </a:r>
          </a:p>
          <a:p>
            <a:pPr>
              <a:defRPr sz="1400"/>
            </a:pPr>
            <a:r>
              <a:t>SD-FI·KNA1에서 세금·가격·통화·계정결정·운영·재처리·회귀테스트까지 영향분석 확대</a:t>
            </a:r>
          </a:p>
          <a:p>
            <a:pPr>
              <a:defRPr sz="1400"/>
            </a:pPr>
            <a:r>
              <a:t>정상·오류·경계값·재처리·중복 전표를 포함한 객관적 통합테스트 합격 기준 확정</a:t>
            </a:r>
          </a:p>
          <a:p>
            <a:pPr>
              <a:defRPr sz="1400"/>
            </a:pPr>
            <a:r>
              <a:t>KNA1 개인정보·접근권한·마스킹·보존·감사로그 및 SAP 확장 영향 검토</a:t>
            </a:r>
          </a:p>
          <a:p>
            <a:pPr>
              <a:defRPr sz="1400"/>
            </a:pPr>
            <a:r>
              <a:t>책임자·승인자·일정·릴리즈 목표·변경관리 추적성 확정 후 산출물 갱신</a:t>
            </a:r>
          </a:p>
          <a:p>
            <a:pPr>
              <a:defRPr sz="1400"/>
            </a:pPr>
            <a:r>
              <a:t>REQ-SEED-1 표준 RE 오더 타입 결정과의 연관성 검토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통합 승인 게이트 보완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표준 RE 오더 방향은 유지</a:t>
            </a:r>
          </a:p>
          <a:p>
            <a:pPr>
              <a:defRPr sz="1400"/>
            </a:pPr>
            <a:r>
              <a:t>SD 반품·MM 재고·FI 회계·MRP·MD04 알림의 교차 모듈 규칙과 예외를 확정</a:t>
            </a:r>
          </a:p>
          <a:p>
            <a:pPr>
              <a:defRPr sz="1400"/>
            </a:pPr>
            <a:r>
              <a:t>FI 승인 권한 분리, 자기 승인 방지, 대리·긴급권한·서비스 계정 통제 및 감사 추적 반영</a:t>
            </a:r>
          </a:p>
          <a:p>
            <a:pPr>
              <a:defRPr sz="1400"/>
            </a:pPr>
            <a:r>
              <a:t>통합 테스트의 객관적 합격 기준과 릴리즈·운영 전환·모니터링·롤백 조건 확정 전 진행 보류</a:t>
            </a:r>
          </a:p>
          <a:p>
            <a:pPr>
              <a:defRPr sz="1400"/>
            </a:pPr>
            <a:r>
              <a:t>현행 프로세스·권한·인터페이스·개인정보·감사로그 근거와 책임자 확정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REQ-20260730 CO WBS 보류·PP 라우팅 및 마스터데이터 정비 승인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 내부오더 WBS 전환과 관련 개발·테스트를 보류하고 임시 운영·영향도·재검토 조건을 확정</a:t>
            </a:r>
          </a:p>
          <a:p>
            <a:pPr>
              <a:defRPr sz="1400"/>
            </a:pPr>
            <a:r>
              <a:t>계획·예산·결산·보고·인터페이스·권한 영향과 교차 모듈 의존성 분석 반영</a:t>
            </a:r>
          </a:p>
          <a:p>
            <a:pPr>
              <a:defRPr sz="1400"/>
            </a:pPr>
            <a:r>
              <a:t>PP 라우팅 표준화는 자재/BOM 중복 정비·이관 검증·승인 완료를 전제로 8월 목표 착수로만 관리</a:t>
            </a:r>
          </a:p>
          <a:p>
            <a:pPr>
              <a:defRPr sz="1400"/>
            </a:pPr>
            <a:r>
              <a:t>구코드-신코드 매핑, 이력 보존, 롤백, 원천 데이터 대조 및 차이 승인 기준 정의</a:t>
            </a:r>
          </a:p>
          <a:p>
            <a:pPr>
              <a:defRPr sz="1400"/>
            </a:pPr>
            <a:r>
              <a:t>정상·예외·중복·변경·재처리·인터페이스 시나리오와 회귀 테스트 결과를 착수·운영 전환 게이트로 지정</a:t>
            </a:r>
          </a:p>
          <a:p>
            <a:pPr>
              <a:defRPr sz="1400"/>
            </a:pPr>
            <a:r>
              <a:t>변경 승인·직무분리·접근권한·감사로그·보존기간 및 고객·운영 조직 사전 공지 책임 확정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REQ-20260725-SD-FI-KNA1 승인 실행 및 다음 릴리즈 게이트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통합테스트 3차에 billing→회계전표 인터페이스 5건을 추가하고 정상·오류·경계값·재처리·중복 전표 및 세금·가격·통화·회사코드·계정결정 회귀 범위를 검증</a:t>
            </a:r>
          </a:p>
          <a:p>
            <a:pPr>
              <a:defRPr sz="1400"/>
            </a:pPr>
            <a:r>
              <a:t>W-102 KNA1 신규 필드의 필수·기본값·허용값·길이·형식·변환·누락·오류 처리와 멱등성·중복 방지·재전송·부분 성공·보상 기준 확정</a:t>
            </a:r>
          </a:p>
          <a:p>
            <a:pPr>
              <a:defRPr sz="1400"/>
            </a:pPr>
            <a:r>
              <a:t>KNA1 개인정보 여부, 접근권한·마스킹·보존·감사로그·법적 근거·처리 목적·DPIA·고객 통지 필요성 검토</a:t>
            </a:r>
          </a:p>
          <a:p>
            <a:pPr>
              <a:defRPr sz="1400"/>
            </a:pPr>
            <a:r>
              <a:t>홍길동 실무 담당자와 승인자·개발·테스트·배포 책임자 및 변경관리 추적 식별자 확정</a:t>
            </a:r>
          </a:p>
          <a:p>
            <a:pPr>
              <a:defRPr sz="1400"/>
            </a:pPr>
            <a:r>
              <a:t>최종 승인 기준과 세부 설계 확정 전 개발·테스트·배포를 확정하지 않고 승인 게이트 통과 범위만 다음 릴리즈에 반영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