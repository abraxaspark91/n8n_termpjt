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경비 자동화 프로세스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인사총무팀 · 경비정산 자동화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현황 및 문제점</a:t>
            </a:r>
          </a:p>
          <a:p>
            <a:r>
              <a:t>규정 구조</a:t>
            </a:r>
          </a:p>
          <a:p>
            <a:r>
              <a:t>Multi-hop 판독 예시</a:t>
            </a:r>
          </a:p>
          <a:p>
            <a:r>
              <a:t>OCR 처리 흐름</a:t>
            </a:r>
          </a:p>
          <a:p>
            <a:r>
              <a:t>예외처리 기준</a:t>
            </a:r>
          </a:p>
          <a:p>
            <a:r>
              <a:t>기대효과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현황 및 문제점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규정 다단계 구조로 해석오류</a:t>
            </a:r>
          </a:p>
          <a:p>
            <a:r>
              <a:t>증빙확인 전량 수작업</a:t>
            </a:r>
          </a:p>
          <a:p>
            <a:r>
              <a:t>정산 리드타임 평균 3일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규정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직급별/출장유형별/교통수단별 조건</a:t>
            </a:r>
          </a:p>
          <a:p>
            <a:r>
              <a:t>조건부 규칙 다수 존재</a:t>
            </a:r>
          </a:p>
          <a:p>
            <a:r>
              <a:t>상호 참조 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Multi-hop 판독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1hop 직급조건 조회</a:t>
            </a:r>
          </a:p>
          <a:p>
            <a:r>
              <a:t>2hop 출장유형 조회</a:t>
            </a:r>
          </a:p>
          <a:p>
            <a:r>
              <a:t>3hop 교통수단 한도조회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처리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영수증/항공권/바우처 자동인식</a:t>
            </a:r>
          </a:p>
          <a:p>
            <a:r>
              <a:t>금액·일자·항목 자동추출</a:t>
            </a:r>
          </a:p>
          <a:p>
            <a:r>
              <a:t>규정 대사 후 한도판정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예외처리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인식률 90%미만 수기검토</a:t>
            </a:r>
          </a:p>
          <a:p>
            <a:r>
              <a:t>규정상충시 인사팀 에스컬레이션</a:t>
            </a:r>
          </a:p>
          <a:p>
            <a:r>
              <a:t>반려사유 즉시 통지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정산 리드타임 반나절로 단축</a:t>
            </a:r>
          </a:p>
          <a:p>
            <a:r>
              <a:t>규정 오적용 최소화</a:t>
            </a:r>
          </a:p>
          <a:p>
            <a:r>
              <a:t>OCR 오인식 리스크 모니터링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