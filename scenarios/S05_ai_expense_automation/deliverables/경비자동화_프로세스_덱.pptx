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 경비 자동화 프로세스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인사총무팀 · 경비정산 자동화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현황 및 문제점</a:t>
            </a:r>
          </a:p>
          <a:p>
            <a:r>
              <a:t>규정 구조</a:t>
            </a:r>
          </a:p>
          <a:p>
            <a:r>
              <a:t>Multi-hop 판독 예시</a:t>
            </a:r>
          </a:p>
          <a:p>
            <a:r>
              <a:t>OCR 처리 흐름</a:t>
            </a:r>
          </a:p>
          <a:p>
            <a:r>
              <a:t>예외처리 기준</a:t>
            </a:r>
          </a:p>
          <a:p>
            <a:r>
              <a:t>기대효과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현황 및 문제점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규정 다단계 구조로 해석오류</a:t>
            </a:r>
          </a:p>
          <a:p>
            <a:r>
              <a:t>증빙확인 전량 수작업</a:t>
            </a:r>
          </a:p>
          <a:p>
            <a:r>
              <a:t>정산 리드타임 평균 3일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규정 구조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직급별/출장유형별/교통수단별 조건</a:t>
            </a:r>
          </a:p>
          <a:p>
            <a:r>
              <a:t>조건부 규칙 다수 존재</a:t>
            </a:r>
          </a:p>
          <a:p>
            <a:r>
              <a:t>상호 참조 구조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Multi-hop 판독 예시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1hop 직급조건 조회</a:t>
            </a:r>
          </a:p>
          <a:p>
            <a:r>
              <a:t>2hop 출장유형 조회</a:t>
            </a:r>
          </a:p>
          <a:p>
            <a:r>
              <a:t>3hop 교통수단 한도조회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OCR 처리 흐름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영수증/항공권/바우처 자동인식</a:t>
            </a:r>
          </a:p>
          <a:p>
            <a:r>
              <a:t>금액·일자·항목 자동추출</a:t>
            </a:r>
          </a:p>
          <a:p>
            <a:r>
              <a:t>규정 대사 후 한도판정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예외처리 기준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인식률 90%미만 수기검토</a:t>
            </a:r>
          </a:p>
          <a:p>
            <a:r>
              <a:t>규정상충시 인사팀 에스컬레이션</a:t>
            </a:r>
          </a:p>
          <a:p>
            <a:r>
              <a:t>반려사유 즉시 통지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기대효과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정산 리드타임 반나절로 단축</a:t>
            </a:r>
          </a:p>
          <a:p>
            <a:r>
              <a:t>규정 오적용 최소화</a:t>
            </a:r>
          </a:p>
          <a:p>
            <a:r>
              <a:t>OCR 오인식 리스크 모니터링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승인: 여비교통비 규정 준수 자동화 요구사항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비용증빙 이미지에서 금액·일자·사용처·교통수단 등 판단 필드를 OCR 추출</a:t>
            </a:r>
          </a:p>
          <a:p>
            <a:pPr>
              <a:defRPr sz="1400"/>
            </a:pPr>
            <a:r>
              <a:t>multi-hop 방식으로 규정 조항과 예외 조건을 탐색·연결</a:t>
            </a:r>
          </a:p>
          <a:p>
            <a:pPr>
              <a:defRPr sz="1400"/>
            </a:pPr>
            <a:r>
              <a:t>증빙 정보와 규정 근거를 대조해 위반 여부·적용 규정·판단 근거 산출</a:t>
            </a:r>
          </a:p>
          <a:p>
            <a:pPr>
              <a:defRPr sz="1400"/>
            </a:pPr>
            <a:r>
              <a:t>OCR 신뢰도와 규정 판단 근거를 저장하고 불확실 건은 사람 검토로 전환</a:t>
            </a:r>
          </a:p>
          <a:p>
            <a:pPr>
              <a:defRPr sz="1400"/>
            </a:pPr>
            <a:r>
              <a:t>구축 및 실행이 아닌 요구사항과 검토 대상 파이프라인 범위로 승인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여비교통비 OCR·규정 준수 판단 범위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증빙 이미지 OCR로 금액·일자·사용처·교통수단 등 판단 필드를 추출하고 OCR별 신뢰도를 관리</a:t>
            </a:r>
          </a:p>
          <a:p>
            <a:pPr>
              <a:defRPr sz="1400"/>
            </a:pPr>
            <a:r>
              <a:t>multi-hop 규정 검색·연결 및 OCR 결과 대조를 통해 위반 여부·적용 규정·판단 근거를 산출</a:t>
            </a:r>
          </a:p>
          <a:p>
            <a:pPr>
              <a:defRPr sz="1400"/>
            </a:pPr>
            <a:r>
              <a:t>OCR 오류, 규정 해석·검색·판단 불확실성 발생 시 사람 검토로 전환</a:t>
            </a:r>
          </a:p>
          <a:p>
            <a:pPr>
              <a:defRPr sz="1400"/>
            </a:pPr>
            <a:r>
              <a:t>현재 범위는 요구사항 정의와 검토 대상 파이프라인이며 구축·운영·자동 승인/반려·비용/회계 연동은 후속 결정 사항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승인 및 후속 결정 사항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여비교통비 증빙 OCR·규정 multi-hop 검색·근거 대조·위반 판단 요구사항과 검토 대상 파이프라인을 반영</a:t>
            </a:r>
          </a:p>
          <a:p>
            <a:pPr>
              <a:defRPr sz="1400"/>
            </a:pPr>
            <a:r>
              <a:t>OCR 필드별 신뢰도, 규정 개정·예외 조건, 감사 추적 및 사람 검토 전환 기준을 관리</a:t>
            </a:r>
          </a:p>
          <a:p>
            <a:pPr>
              <a:defRPr sz="1400"/>
            </a:pPr>
            <a:r>
              <a:t>저화질 증빙·OCR 오류·검색 실패·판단 불확실성 테스트와 보안·거버넌스 오픈 질문을 추가</a:t>
            </a:r>
          </a:p>
          <a:p>
            <a:pPr>
              <a:defRPr sz="1400"/>
            </a:pPr>
            <a:r>
              <a:t>현재 범위는 요구사항 정의와 검토 설계이며 실제 구축·운영·자동 승인/반려·비용/회계 연동은 후속 결정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OCR·규정 준수 판단 범위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증빙 입력 → OCR 추출 → 규정 조항·예외 multi-hop 탐색 → 근거 대조 → 판단·감사 추적 저장 → 필요 시 사람 검토 흐름 반영</a:t>
            </a:r>
          </a:p>
          <a:p>
            <a:pPr>
              <a:defRPr sz="1400"/>
            </a:pPr>
            <a:r>
              <a:t>OCR 오류·규정 해석 불확실성·검색 실패 시 사람 검토 전환 기준을 검토 범위에 추가</a:t>
            </a:r>
          </a:p>
          <a:p>
            <a:pPr>
              <a:defRPr sz="1400"/>
            </a:pPr>
            <a:r>
              <a:t>실제 구축·운영·자동 승인/반려·비용/회계 시스템 연동은 후속 결정 사항으로 유지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범위 및 후속 결정 사항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비용증빙 OCR 필드·신뢰도 저장 및 불확실성 시 사람 검토 전환</a:t>
            </a:r>
          </a:p>
          <a:p>
            <a:pPr>
              <a:defRPr sz="1400"/>
            </a:pPr>
            <a:r>
              <a:t>multi-hop 규정 검색, 직급별 숙박비 상한, 국외 출장 일비 별도 표 적용</a:t>
            </a:r>
          </a:p>
          <a:p>
            <a:pPr>
              <a:defRPr sz="1400"/>
            </a:pPr>
            <a:r>
              <a:t>위반 여부·적용 규정·판단 근거 및 감사 추적 저장</a:t>
            </a:r>
          </a:p>
          <a:p>
            <a:pPr>
              <a:defRPr sz="1400"/>
            </a:pPr>
            <a:r>
              <a:t>규정 개정 이력·조직·직급·지역 범위·예외 조항 검증</a:t>
            </a:r>
          </a:p>
          <a:p>
            <a:pPr>
              <a:defRPr sz="1400"/>
            </a:pPr>
            <a:r>
              <a:t>현재 범위: 요구사항 정의 및 검토 대상 파이프라인</a:t>
            </a:r>
          </a:p>
          <a:p>
            <a:pPr>
              <a:defRPr sz="1400"/>
            </a:pPr>
            <a:r>
              <a:t>후속 결정: 실제 구축·운영, 자동 승인·반려, 비용·회계 시스템 연동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여비교통비 규정 준수 자동화 요구사항 승인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비용증빙 OCR 필수 필드 추출 및 신뢰도 저장 요구사항 추가</a:t>
            </a:r>
          </a:p>
          <a:p>
            <a:pPr>
              <a:defRPr sz="1400"/>
            </a:pPr>
            <a:r>
              <a:t>multi-hop 규정 검색·근거 연결과 OCR 결과 대조 기반 위반 판단 정의</a:t>
            </a:r>
          </a:p>
          <a:p>
            <a:pPr>
              <a:defRPr sz="1400"/>
            </a:pPr>
            <a:r>
              <a:t>OCR 오류·저화질 증빙·규정 개정·검색 실패·판단 불확실성·사람 검토 전환 테스트 범위 추가</a:t>
            </a:r>
          </a:p>
          <a:p>
            <a:pPr>
              <a:defRPr sz="1400"/>
            </a:pPr>
            <a:r>
              <a:t>구축·운영·자동 승인/반려·비용 및 회계 시스템 연동은 후속 결정 사항으로 한정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