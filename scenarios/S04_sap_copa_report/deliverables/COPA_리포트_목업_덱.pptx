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CO-PA 마케팅 퍼널 손익 리포트 목업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마케팅기획팀 · 재무기획팀 합동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배경 및 목적</a:t>
            </a:r>
          </a:p>
          <a:p>
            <a:r>
              <a:t>퍼널 개념</a:t>
            </a:r>
          </a:p>
          <a:p>
            <a:r>
              <a:t>계정매핑 구조</a:t>
            </a:r>
          </a:p>
          <a:p>
            <a:r>
              <a:t>리포트 화면(요약)</a:t>
            </a:r>
          </a:p>
          <a:p>
            <a:r>
              <a:t>리포트 화면(상세)</a:t>
            </a:r>
          </a:p>
          <a:p>
            <a:r>
              <a:t>이관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배경 및 목적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부서기준 분류의 한계</a:t>
            </a:r>
          </a:p>
          <a:p>
            <a:r>
              <a:t>퍼널단계별 성과분석 요구</a:t>
            </a:r>
          </a:p>
          <a:p>
            <a:r>
              <a:t>채널 ROI 측정 체계 필요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퍼널 개념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인지·고려·전환 3단계</a:t>
            </a:r>
          </a:p>
          <a:p>
            <a:r>
              <a:t>단계별 대표 활동 매핑</a:t>
            </a:r>
          </a:p>
          <a:p>
            <a:r>
              <a:t>비용유형 4종 세분화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계정매핑 구조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GL계정 유지, 특성값 추가</a:t>
            </a:r>
          </a:p>
          <a:p>
            <a:r>
              <a:t>전표입력시 퍼널단계 필수화</a:t>
            </a:r>
          </a:p>
          <a:p>
            <a:r>
              <a:t>복수퍼널 비용 안분규칙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리포트 화면(요약)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인지·고려·전환 단계별 매출·원가·직접비·공통비·기여손익 매트릭스</a:t>
            </a:r>
          </a:p>
          <a:p>
            <a:r>
              <a:t>단계별 기여이익 즉시 확인</a:t>
            </a:r>
          </a:p>
          <a:p>
            <a:r>
              <a:t>전월 대비 증감 시각화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리포트 화면(상세)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채널/캠페인 드릴다운</a:t>
            </a:r>
          </a:p>
          <a:p>
            <a:r>
              <a:t>매체비 집행현황 추적</a:t>
            </a:r>
          </a:p>
          <a:p>
            <a:r>
              <a:t>전환율 일단위 갱신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이관 계획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기존 CO-PA·손익계산서와 1개 분기 병행 운영 및 금액 대사</a:t>
            </a:r>
          </a:p>
          <a:p>
            <a:r>
              <a:t>검증 후 예산프로세스 반영</a:t>
            </a:r>
          </a:p>
          <a:p>
            <a:r>
              <a:t>사용자 교육 및 매뉴얼 배포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Marketing Funnel 단계별 기여손익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단계별 매출·매출원가·직접비·배부 판관비 손익계산서 구조 반영</a:t>
            </a:r>
          </a:p>
          <a:p>
            <a:pPr>
              <a:defRPr sz="1400"/>
            </a:pPr>
            <a:r>
              <a:t>퍼널 단계별 및 누적 기여손익 비교 요건 추가</a:t>
            </a:r>
          </a:p>
          <a:p>
            <a:pPr>
              <a:defRPr sz="1400"/>
            </a:pPr>
            <a:r>
              <a:t>CO-PA 특성·값필드 매핑과 기간·조직·상품·고객·채널 분석 차원 반영</a:t>
            </a:r>
          </a:p>
          <a:p>
            <a:pPr>
              <a:defRPr sz="1400"/>
            </a:pPr>
            <a:r>
              <a:t>직접 귀속 판관비와 공통비 배부 기준 및 기존 리포트 대사 과제 명시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승인: Marketing Funnel 단계별 기여손익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CO-PA 리포트를 인지·고려·전환 단계 기준으로 재구성</a:t>
            </a:r>
          </a:p>
          <a:p>
            <a:pPr>
              <a:defRPr sz="1400"/>
            </a:pPr>
            <a:r>
              <a:t>매출·매출원가·직접비·공통 판관비·단계별 및 누적 기여손익 구분 표시</a:t>
            </a:r>
          </a:p>
          <a:p>
            <a:pPr>
              <a:defRPr sz="1400"/>
            </a:pPr>
            <a:r>
              <a:t>공통비 배부, 기존 CO-PA 대사, 데이터 완전성, 권한·컴플라이언스 기준은 후속 확정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— Marketing Funnel 단계별 CO-PA 손익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CO-PA 리포트를 인지·고려·전환 단계 중심으로 재구성</a:t>
            </a:r>
          </a:p>
          <a:p>
            <a:pPr>
              <a:defRPr sz="1400"/>
            </a:pPr>
            <a:r>
              <a:t>매출·매출원가·단계별 직접비·공통 판관비·단계별 및 누적 기여손익 표시</a:t>
            </a:r>
          </a:p>
          <a:p>
            <a:pPr>
              <a:defRPr sz="1400"/>
            </a:pPr>
            <a:r>
              <a:t>광고선전비·판매촉진비의 직접비·공통비 구분과 공통비 하단 배치</a:t>
            </a:r>
          </a:p>
          <a:p>
            <a:pPr>
              <a:defRPr sz="1400"/>
            </a:pPr>
            <a:r>
              <a:t>기존 CO-PA 대사, 데이터 완전성, 누락·추정 데이터, 권한·감사통제 기준은 후속 확정 과제로 관리</a:t>
            </a:r>
          </a:p>
          <a:p>
            <a:pPr>
              <a:defRPr sz="1400"/>
            </a:pPr>
            <a:r>
              <a:t>변경 기록: REQ-20260725-marketing-funnel-copa-approval-confirmed / GitHub 커밋 5c4bf0464eb8d39c56e55bbfcb6496a76e94b90c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변경사항 — REQ-20260725-marketing-funnel-copa-approval-execution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요청자: 경영관리 김PM · 결정: CO-PA 리포트 개편 및 관련 설계서·추적표·경영 보고 장표 갱신을 승인하고, 단계 정의·비용 배부·대사·데이터·권한·컴플라이언스 기준은 후속 확정 과제로 관리한다.</a:t>
            </a:r>
          </a:p>
          <a:p>
            <a:pPr>
              <a:defRPr sz="1400"/>
            </a:pPr>
            <a:r>
              <a:t>• CO-PA 리포트를 Marketing Funnel의 인지·고려·전환 단계별 구조로 개편한다.</a:t>
            </a:r>
          </a:p>
          <a:p>
            <a:pPr>
              <a:defRPr sz="1400"/>
            </a:pPr>
            <a:r>
              <a:t>• 각 퍼널 단계에 매출, 매출원가, 단계별 직접비, 공통 판관비 배부액을 구분 표시한다.</a:t>
            </a:r>
          </a:p>
          <a:p>
            <a:pPr>
              <a:defRPr sz="1400"/>
            </a:pPr>
            <a:r>
              <a:t>• 단계별 기여손익과 단계 간 누적 기여손익을 산출·표시하는 손익계산서 설계서를 신규 작성한다.</a:t>
            </a:r>
          </a:p>
          <a:p>
            <a:pPr>
              <a:defRPr sz="1400"/>
            </a:pPr>
            <a:r>
              <a:t>• 광고선전비와 판매촉진비를 퍼널 단계별 직접 귀속비 또는 공통비로 분류하고, 공통비는 기여이익 하단에 배치한다.</a:t>
            </a:r>
          </a:p>
          <a:p>
            <a:pPr>
              <a:defRPr sz="1400"/>
            </a:pPr>
            <a:r>
              <a:t>• 공통 판관비의 귀속·배부 기준과 기존 CO-PA 손익 및 신규 퍼널 손익 간 대사 기준을 문서화한다.</a:t>
            </a:r>
          </a:p>
          <a:p>
            <a:pPr>
              <a:defRPr sz="1400"/>
            </a:pPr>
            <a:r>
              <a:t>• CO-PA 특성·값필드와 손익계산서 항목 간 매핑 및 기간·조직·상품·서비스·고객·채널별 조회 차원을 정의한다.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Marketing Funnel 단계별 CO-PA 손익 구조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인지-관심-전환-유지 단계별 매출, 매출원가, 직접비 및 공통 판관비를 구분</a:t>
            </a:r>
          </a:p>
          <a:p>
            <a:pPr>
              <a:defRPr sz="1400"/>
            </a:pPr>
            <a:r>
              <a:t>단계별 기여손익과 단계 간 누적 기여손익을 산출·표시</a:t>
            </a:r>
          </a:p>
          <a:p>
            <a:pPr>
              <a:defRPr sz="1400"/>
            </a:pPr>
            <a:r>
              <a:t>광고선전비·판매촉진비의 직접 귀속 및 공통비 분류와 공통비 하단 배치 반영</a:t>
            </a:r>
          </a:p>
          <a:p>
            <a:pPr>
              <a:defRPr sz="1400"/>
            </a:pPr>
            <a:r>
              <a:t>CO-PA 특성·값필드 매핑, 조회 차원, 공통비 배부, 기존 손익과의 대사 기준 및 검증 시나리오 추가</a:t>
            </a:r>
          </a:p>
          <a:p>
            <a:pPr>
              <a:defRPr sz="1400"/>
            </a:pPr>
            <a:r>
              <a:t>단계 정의, 배부 기준, 대사 허용오차, 권한·컴플라이언스 및 cross-module 기준은 후속 확정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Marketing Funnel 단계별 CO-PA 기여손익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단계별 매출·매출원가·직접비·공통 판관비 배부액 및 누적 기여손익 구조 반영</a:t>
            </a:r>
          </a:p>
          <a:p>
            <a:pPr>
              <a:defRPr sz="1400"/>
            </a:pPr>
            <a:r>
              <a:t>직접 귀속비와 공통비 배부 기준, 기존 CO-PA·손익계산서 금액 대사 기준 관리</a:t>
            </a:r>
          </a:p>
          <a:p>
            <a:pPr>
              <a:defRPr sz="1400"/>
            </a:pPr>
            <a:r>
              <a:t>퍼널 단계·배부 기준·대사 허용오차·데이터 거버넌스·권한 및 컴플라이언스는 후속 확정 과제로 관리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