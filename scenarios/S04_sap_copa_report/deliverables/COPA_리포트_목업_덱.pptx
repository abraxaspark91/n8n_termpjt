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CO-PA 마케팅 퍼널 손익 리포트 목업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마케팅기획팀 · 재무기획팀 합동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배경 및 목적</a:t>
            </a:r>
          </a:p>
          <a:p>
            <a:r>
              <a:t>퍼널 개념</a:t>
            </a:r>
          </a:p>
          <a:p>
            <a:r>
              <a:t>계정매핑 구조</a:t>
            </a:r>
          </a:p>
          <a:p>
            <a:r>
              <a:t>리포트 화면(요약)</a:t>
            </a:r>
          </a:p>
          <a:p>
            <a:r>
              <a:t>리포트 화면(상세)</a:t>
            </a:r>
          </a:p>
          <a:p>
            <a:r>
              <a:t>이관 계획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배경 및 목적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부서기준 분류의 한계</a:t>
            </a:r>
          </a:p>
          <a:p>
            <a:r>
              <a:t>퍼널단계별 성과분석 요구</a:t>
            </a:r>
          </a:p>
          <a:p>
            <a:r>
              <a:t>채널 ROI 측정 체계 필요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퍼널 개념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인지-관심-전환-유지 4단계</a:t>
            </a:r>
          </a:p>
          <a:p>
            <a:r>
              <a:t>단계별 대표 활동 매핑</a:t>
            </a:r>
          </a:p>
          <a:p>
            <a:r>
              <a:t>비용유형 4종 세분화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계정매핑 구조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GL계정 유지, 특성값 추가</a:t>
            </a:r>
          </a:p>
          <a:p>
            <a:r>
              <a:t>전표입력시 퍼널단계 필수화</a:t>
            </a:r>
          </a:p>
          <a:p>
            <a:r>
              <a:t>복수퍼널 비용 안분규칙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리포트 화면(요약)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퍼널×손익항목 매트릭스</a:t>
            </a:r>
          </a:p>
          <a:p>
            <a:r>
              <a:t>단계별 기여이익 즉시 확인</a:t>
            </a:r>
          </a:p>
          <a:p>
            <a:r>
              <a:t>전월 대비 증감 시각화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리포트 화면(상세)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채널/캠페인 드릴다운</a:t>
            </a:r>
          </a:p>
          <a:p>
            <a:r>
              <a:t>매체비 집행현황 추적</a:t>
            </a:r>
          </a:p>
          <a:p>
            <a:r>
              <a:t>전환율 일단위 갱신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이관 계획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1개 분기 병행 운영</a:t>
            </a:r>
          </a:p>
          <a:p>
            <a:r>
              <a:t>검증 후 예산프로세스 반영</a:t>
            </a:r>
          </a:p>
          <a:p>
            <a:r>
              <a:t>사용자 교육 및 매뉴얼 배포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