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전사 AI 플랫폼 전환 EA 킥오프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IT전략팀 · 아키텍처 정의 킥오프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추진 배경 및 목표</a:t>
            </a:r>
          </a:p>
          <a:p>
            <a:r>
              <a:t>클라우드 플랫폼 비교</a:t>
            </a:r>
          </a:p>
          <a:p>
            <a:r>
              <a:t>GPU 서빙 전략</a:t>
            </a:r>
          </a:p>
          <a:p>
            <a:r>
              <a:t>DB 플랫폼 선정 방향</a:t>
            </a:r>
          </a:p>
          <a:p>
            <a:r>
              <a:t>To-Be 아키텍처</a:t>
            </a:r>
          </a:p>
          <a:p>
            <a:r>
              <a:t>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추진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PoC 파편화로 인한 중복 투자</a:t>
            </a:r>
          </a:p>
          <a:p>
            <a:r>
              <a:t>전사 표준 플랫폼 필요성 대두</a:t>
            </a:r>
          </a:p>
          <a:p>
            <a:r>
              <a:t>목표: 온보딩 기간 3개월→3주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클라우드 비교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AWS: GPU 최신세대 접근성 우수; Azure·GCP와 비용·AI 서비스·보안·연계성·운영·확장성 및 규제 통제를 동일 가중치 체계로 비교하고 PoC 후 최종 후보 선정</a:t>
            </a:r>
          </a:p>
          <a:p>
            <a:r>
              <a:t>Azure: 기존 자산 연동 강점</a:t>
            </a:r>
          </a:p>
          <a:p>
            <a:r>
              <a:t>GCP: 데이터 분석 생태계 강점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GPU 자체구축 vs 클라우드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클라우드 GPU 3년 TCO 12% 우위는 특정 가정에 기반한 조건부 권고</a:t>
            </a:r>
          </a:p>
          <a:p>
            <a:r>
              <a:t>클라우드는 탄력성과 최신 GPU 접근성이 우수하며, 3년 TCO 12% 우위는 리전·사양·사용률·환율·계약 조건 검증 전까지 조건부 권고로 유지한다.</a:t>
            </a:r>
          </a:p>
          <a:p>
            <a:r>
              <a:t>하이브리드 버스팅 전략 검토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 선정 방향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HANA vs Oracle 비교 중</a:t>
            </a:r>
          </a:p>
          <a:p>
            <a:r>
              <a:t>실시간 분석 성능이 핵심 기준</a:t>
            </a:r>
          </a:p>
          <a:p>
            <a:r>
              <a:t>라이선스 비용 재산정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To-Be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서빙/데이터/거버넌스 3계층</a:t>
            </a:r>
          </a:p>
          <a:p>
            <a:r>
              <a:t>공통 플랫폼 위 사업부 온보딩</a:t>
            </a:r>
          </a:p>
          <a:p>
            <a:r>
              <a:t>모델 카탈로그 도입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벤더 PoC·벤치마크 수행: 대상 워크로드, 성공 기준, 평가 기간, 담당자·기한 및 CTO실 승인 게이트 확정</a:t>
            </a:r>
          </a:p>
          <a:p>
            <a:r>
              <a:t>SAP HANA·Oracle 비교 및 DB 마이그레이션 파일럿 검증 후 CTO실 최종 승인 전까지 조건부 권고 유지</a:t>
            </a:r>
          </a:p>
          <a:p>
            <a:r>
              <a:t>거버넌스 정책 초안 작성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승인: 전사 AI 아키텍처 비교·선정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AWS·Azure·GCP를 비용, AI·GPU 지원, 보안·규정 준수, 연계성, 운영 편의성, 확장성으로 비교하고 후보를 선정한다.</a:t>
            </a:r>
          </a:p>
          <a:p>
            <a:pPr>
              <a:defRPr sz="1400"/>
            </a:pPr>
            <a:r>
              <a:t>GPU 자체구축과 클라우드 임차를 CAPEX·OPEX, 조달·증설, 성능·가용성, 보안, 운영 인력 기준으로 비교한다.</a:t>
            </a:r>
          </a:p>
          <a:p>
            <a:pPr>
              <a:defRPr sz="1400"/>
            </a:pPr>
            <a:r>
              <a:t>SAP HANA와 Oracle을 기능, 연계성, 성능·확장성, 운영 복잡도, 전환 영향 및 라이선스·유지보수 TCO 기준으로 비교한다.</a:t>
            </a:r>
          </a:p>
          <a:p>
            <a:pPr>
              <a:defRPr sz="1400"/>
            </a:pPr>
            <a:r>
              <a:t>비용·성능 가정, 평가 가중치, 컴플라이언스 통제, 라이선스·운영 책임 및 PoC 성공 기준을 최종 확정한다.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 - 아키텍처 비교·선정 승인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AWS·Azure·GCP, GPU 자체구축·클라우드 임차, SAP HANA·Oracle 비교 갱신 승인</a:t>
            </a:r>
          </a:p>
          <a:p>
            <a:pPr>
              <a:defRPr sz="1400"/>
            </a:pPr>
            <a:r>
              <a:t>클라우드 GPU 3년 TCO 12% 우위는 조건부 권고로 유지</a:t>
            </a:r>
          </a:p>
          <a:p>
            <a:pPr>
              <a:defRPr sz="1400"/>
            </a:pPr>
            <a:r>
              <a:t>비용·라이선스·보안·PoC·운영 책임 검증 및 CTO실 최종 승인 전 클라우드·DB 미확정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변경사항 — REQ-20250214-cto-ai-architecture-approval-execution-result-v4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요청자: CTO실 · 결정: AWS·Azure·GCP, GPU 자체구축·클라우드 임차, SAP HANA·Oracle 비교와 TCO·PoC·보안·규정 준수·운영 책임 검증 항목을 산출물에 반영하며, 클라우드 GPU 3년 TCO 12% 우위는 조건부 권고로 유지한다. 최종 플랫폼·DB 선정은 검증 및 CTO실 승인 이후 확정한다.</a:t>
            </a:r>
          </a:p>
          <a:p>
            <a:pPr>
              <a:defRPr sz="1400"/>
            </a:pPr>
            <a:r>
              <a:t>• AWS·Azure·GCP를 비용, AI 서비스·GPU 지원, 보안·규정 준수, 기존 시스템 연계성, 운영 편의성 및 확장성 기준으로 비교한다.</a:t>
            </a:r>
          </a:p>
          <a:p>
            <a:pPr>
              <a:defRPr sz="1400"/>
            </a:pPr>
            <a:r>
              <a:t>• GPU 서버 자체구축과 클라우드 GPU 임차를 초기 투자비, 운영비, 조달·증설 기간, 성능, 가용성, 보안 및 운영 인력 관점에서 비교한다.</a:t>
            </a:r>
          </a:p>
          <a:p>
            <a:pPr>
              <a:defRPr sz="1400"/>
            </a:pPr>
            <a:r>
              <a:t>• 클라우드 GPU와 자체구축 GPU의 3년 TCO, 감가상각, 사용률·성장률·환율·리전·GPU 사양별 비용 가정을 비교표에 반영한다.</a:t>
            </a:r>
          </a:p>
          <a:p>
            <a:pPr>
              <a:defRPr sz="1400"/>
            </a:pPr>
            <a:r>
              <a:t>• 현행 산정 기준의 클라우드 GPU 3년 TCO 12% 우위는 최종 확정이 아닌 조건부 권고로 표시한다.</a:t>
            </a:r>
          </a:p>
          <a:p>
            <a:pPr>
              <a:defRPr sz="1400"/>
            </a:pPr>
            <a:r>
              <a:t>• SAP HANA와 Oracle을 기능 적합성, ERP·주변 시스템 연계성, 성능·확장성, 운영 복잡도, 전환 영향, 라이선스·유지보수·마이그레이션 비용을 포함한 TCO 기준으로 비교한다.</a:t>
            </a:r>
          </a:p>
          <a:p>
            <a:pPr>
              <a:defRPr sz="1400"/>
            </a:pPr>
            <a:r>
              <a:t>• 비용·라이선스·보안·규정 준수·운영 책임모델을 검증할 기준과 정량 PoC·벤치마크 성공 기준을 산출물에 추가한다.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 — 승인 페이로드 v7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AWS·Azure·GCP, GPU 구축 방식, SAP HANA·Oracle 비교·선정 검토 착수</a:t>
            </a:r>
          </a:p>
          <a:p>
            <a:pPr>
              <a:defRPr sz="1400"/>
            </a:pPr>
            <a:r>
              <a:t>클라우드 GPU 12% TCO 우위는 조건부 권고로 유지하며 민감도·손익분기 사용률 검증</a:t>
            </a:r>
          </a:p>
          <a:p>
            <a:pPr>
              <a:defRPr sz="1400"/>
            </a:pPr>
            <a:r>
              <a:t>비용·라이선스·보안·규정 준수·PoC·운영 책임·DR·출구전략 검증 전 최종 확정 보류</a:t>
            </a:r>
          </a:p>
          <a:p>
            <a:pPr>
              <a:defRPr sz="1400"/>
            </a:pPr>
            <a:r>
              <a:t>요구사항 추적표와 CTO실 보고서에 검증 게이트, 소유자, 기한 및 증빙 연결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 - REQ-20250214-cto-ai-architecture-approval-execution-result-v6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AWS·Azure·GCP를 비용, AI 서비스·GPU 지원, 보안·규정 준수, 기존 시스템 연계성, 운영 편의성 및 확장성 기준으로 비교</a:t>
            </a:r>
          </a:p>
          <a:p>
            <a:pPr>
              <a:defRPr sz="1400"/>
            </a:pPr>
            <a:r>
              <a:t>GPU 자체구축과 클라우드 GPU 임차의 CAPEX·3년 TCO·성능·가용성·운영 책임모델 비교 및 12% TCO 우위의 조건부 권고 유지</a:t>
            </a:r>
          </a:p>
          <a:p>
            <a:pPr>
              <a:defRPr sz="1400"/>
            </a:pPr>
            <a:r>
              <a:t>SAP HANA와 Oracle의 기능·연계성·성능·운영·전환 및 라이선스·유지보수·마이그레이션 TCO 비교</a:t>
            </a:r>
          </a:p>
          <a:p>
            <a:pPr>
              <a:defRPr sz="1400"/>
            </a:pPr>
            <a:r>
              <a:t>비용·라이선스·민감도·손익분기 사용률·PoC·보안·규정 준수·운영 RACI·DR 검증 후 CTO실 최종 승인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조건부 승인 및 선정 검증 게이트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AWS·Azure·GCP를 비용, AI 서비스·GPU, 보안·규정 준수, 연계성, 운영 편의성·확장성으로 비교</a:t>
            </a:r>
          </a:p>
          <a:p>
            <a:pPr>
              <a:defRPr sz="1400"/>
            </a:pPr>
            <a:r>
              <a:t>GPU 자체구축과 클라우드 임차를 CAPEX·3년 TCO·성능·가용성·보안·운영 책임 기준으로 비교</a:t>
            </a:r>
          </a:p>
          <a:p>
            <a:pPr>
              <a:defRPr sz="1400"/>
            </a:pPr>
            <a:r>
              <a:t>SAP HANA와 Oracle을 기능·ERP 연계·성능·운영·전환·라이선스·마이그레이션 TCO 기준으로 비교</a:t>
            </a:r>
          </a:p>
          <a:p>
            <a:pPr>
              <a:defRPr sz="1400"/>
            </a:pPr>
            <a:r>
              <a:t>클라우드 GPU 12% TCO 우위는 조건부 권고이며 가정 검증 전 최종 결론으로 확정하지 않음</a:t>
            </a:r>
          </a:p>
          <a:p>
            <a:pPr>
              <a:defRPr sz="1400"/>
            </a:pPr>
            <a:r>
              <a:t>최종 선정 전 정량 PoC·벤치마크, 민감도 분석 및 손익분기 사용률 검증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전사 AI 아키텍처 비교·선정안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AWS·Azure·GCP를 비용, AI/GPU, 보안·규정 준수, 연계성, 운영 편의성, 확장성 기준으로 비교</a:t>
            </a:r>
          </a:p>
          <a:p>
            <a:pPr>
              <a:defRPr sz="1400"/>
            </a:pPr>
            <a:r>
              <a:t>GPU 자체구축과 클라우드 임차의 3년 TCO 및 운영 조건 비교; 클라우드 GPU 12% 우위 조건부 권고</a:t>
            </a:r>
          </a:p>
          <a:p>
            <a:pPr>
              <a:defRPr sz="1400"/>
            </a:pPr>
            <a:r>
              <a:t>SAP HANA와 Oracle의 기능, 연계성, 성능·확장성, 운영, 전환 및 라이선스 TCO 비교</a:t>
            </a:r>
          </a:p>
          <a:p>
            <a:pPr>
              <a:defRPr sz="1400"/>
            </a:pPr>
            <a:r>
              <a:t>리전·계약·환율·GPU·사용률·라이선스·규제·PoC 기준 검증 전 최종 클라우드와 DB 확정 보류</a:t>
            </a:r>
          </a:p>
          <a:p>
            <a:pPr>
              <a:defRPr sz="1400"/>
            </a:pPr>
            <a:r>
              <a:t>요청자: CTO실 | req_id: REQ-20250214-cto-ai-architecture-selection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변경사항 — REQ-20250214-cto-ai-architecture-approval-execution-result-v2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요청자: CTO실 · 결정: AWS·Azure·GCP, GPU 자체구축·클라우드 임차, SAP HANA·Oracle 비교 산출물과 CTO 의사결정·추적 산출물을 갱신했으며, 원천 TCO·민감도·중단 기준과 규제·운영·네트워크·MLOps·DR 검증 및 담당자·기한·PoC 승인 게이트 확정 전 최종 아키텍처 선정은 보류한다.</a:t>
            </a:r>
          </a:p>
          <a:p>
            <a:pPr>
              <a:defRPr sz="1400"/>
            </a:pPr>
            <a:r>
              <a:t>• AWS·Azure·GCP를 비용, AI 서비스 및 GPU 지원, 보안·규정 준수, 기존 시스템 연계성, 운영 편의성, 확장성 기준으로 비교한다.</a:t>
            </a:r>
          </a:p>
          <a:p>
            <a:pPr>
              <a:defRPr sz="1400"/>
            </a:pPr>
            <a:r>
              <a:t>• GPU 서버 자체구축과 클라우드 GPU 임차를 초기 투자비, 운영비, 조달·증설 기간, 성능·가용성, 보안 및 운영 인력 기준으로 비교한다.</a:t>
            </a:r>
          </a:p>
          <a:p>
            <a:pPr>
              <a:defRPr sz="1400"/>
            </a:pPr>
            <a:r>
              <a:t>• TCO_비교표.xlsx의 3년 클라우드 총비용, 자체구축 총비용, 감가상각 항목을 반영하고, 클라우드 GPU의 12% TCO 우위를 조건부 권고 근거로 기록한다.</a:t>
            </a:r>
          </a:p>
          <a:p>
            <a:pPr>
              <a:defRPr sz="1400"/>
            </a:pPr>
            <a:r>
              <a:t>• SAP HANA와 Oracle을 기능 적합성, 기존 시스템 연계성, 성능·확장성, 운영 복잡도, 전환 영향, 라이선스·유지보수·마이그레이션 비용을 포함해 비교한다.</a:t>
            </a:r>
          </a:p>
          <a:p>
            <a:pPr>
              <a:defRPr sz="1400"/>
            </a:pPr>
            <a:r>
              <a:t>• 비용 산정 가정, 평가 기준, 권고안, 클라우드 종속성, 데이터 거버넌스·규제 리스크, PoC·벤치마크 승인 기준을 CTO실 의사결정 보고서에 정리한다.</a:t>
            </a:r>
          </a:p>
          <a:p>
            <a:pPr>
              <a:defRPr sz="1400"/>
            </a:pPr>
            <a:r>
              <a:t>• 리전, 계약 기간, 환율, GPU 종류·수량, 예상 사용률·성장률, 기존 DB 라이선스 계약, 보안·규제 요건, 운영 책임, 오픈 이슈 및 승인 주체를 요구사항 추적표와 보고 장표에 반영한다.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승인 및 검증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AWS·Azure·GCP와 SAP HANA·Oracle 비교를 비용·기술·보안·운영·연계성 기준으로 수행</a:t>
            </a:r>
          </a:p>
          <a:p>
            <a:pPr>
              <a:defRPr sz="1400"/>
            </a:pPr>
            <a:r>
              <a:t>클라우드 GPU 12% TCO 우위는 리전·사양·수량·사용률·성장률·환율·계약 가정 검증 전 잠정·조건부 권고</a:t>
            </a:r>
          </a:p>
          <a:p>
            <a:pPr>
              <a:defRPr sz="1400"/>
            </a:pPr>
            <a:r>
              <a:t>정량 PoC·벤치마크, 비용·라이선스 검증, 보안·컴플라이언스, 운영 RACI 및 장애 대응 체계 확정 후 최종 플랫폼·DB 확정</a:t>
            </a:r>
          </a:p>
          <a:p>
            <a:pPr>
              <a:defRPr sz="1400"/>
            </a:pPr>
            <a:r>
              <a:t>요구사항 추적표에 비용 가정, 라이선스 측정, 데이터 거버넌스, 클라우드 종속성 및 cross-module 영향을 등록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CTO실 AI 아키텍처 승인 실행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AWS·Azure·GCP를 비용, AI 서비스·GPU 지원, 보안·규정 준수, 기존 시스템 연계성, 운영 편의성 및 확장성 기준으로 비교</a:t>
            </a:r>
          </a:p>
          <a:p>
            <a:pPr>
              <a:defRPr sz="1400"/>
            </a:pPr>
            <a:r>
              <a:t>GPU 자체구축과 클라우드 임차를 CAPEX, 3년 TCO, 조달·증설, 성능, 가용성, 보안 및 운영 인력 관점으로 비교</a:t>
            </a:r>
          </a:p>
          <a:p>
            <a:pPr>
              <a:defRPr sz="1400"/>
            </a:pPr>
            <a:r>
              <a:t>클라우드 GPU 3년 TCO 12% 우위는 조건부 권고로 유지하며 PoC·벤치마크와 비용·보안·운영 책임 검증 후 CTO실 최종 승인</a:t>
            </a:r>
          </a:p>
          <a:p>
            <a:pPr>
              <a:defRPr sz="1400"/>
            </a:pPr>
            <a:r>
              <a:t>SAP HANA·Oracle을 기능, ERP 연계, 성능·확장성, 운영·전환 영향 및 라이선스·마이그레이션 TCO 기준으로 비교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승인 및 조건부 권고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AWS·Azure·GCP를 비용, AI 서비스·GPU, 보안·규정 준수, 기존 시스템 연계, 운영 편의성·확장성 기준으로 비교한다.</a:t>
            </a:r>
          </a:p>
          <a:p>
            <a:pPr>
              <a:defRPr sz="1400"/>
            </a:pPr>
            <a:r>
              <a:t>GPU 자체구축과 클라우드 GPU 임차를 초기 투자비, 3년 운영비, 조달·증설 기간, 성능·가용성, 보안·운영 인력 기준으로 비교한다.</a:t>
            </a:r>
          </a:p>
          <a:p>
            <a:pPr>
              <a:defRPr sz="1400"/>
            </a:pPr>
            <a:r>
              <a:t>SAP HANA와 Oracle을 기능 적합성, 업무시스템 연계성, 성능·확장성, 운영 복잡도, 전환 영향 및 라이선스·마이그레이션 비용 기준으로 비교한다.</a:t>
            </a:r>
          </a:p>
          <a:p>
            <a:pPr>
              <a:defRPr sz="1400"/>
            </a:pPr>
            <a:r>
              <a:t>클라우드 GPU의 3년 TCO 12% 우위는 조건부 권고이며, 검증과 CTO실 최종 승인 전 최종 클라우드·DB는 확정하지 않는다.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조건부 아키텍처 권고 및 검증 게이트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AWS·Azure·GCP, GPU 자체구축·클라우드 GPU 임차, SAP HANA·Oracle 비교 기준과 3년 TCO 원천 데이터·가정·민감도 분석 반영</a:t>
            </a:r>
          </a:p>
          <a:p>
            <a:pPr>
              <a:defRPr sz="1400"/>
            </a:pPr>
            <a:r>
              <a:t>클라우드 GPU 3년 TCO 12% 우위는 조건부 권고로 유지하고 규제·보안·법무·리전 제약 및 벤더 종속성 검토</a:t>
            </a:r>
          </a:p>
          <a:p>
            <a:pPr>
              <a:defRPr sz="1400"/>
            </a:pPr>
            <a:r>
              <a:t>PoC·벤치마크 워크로드, 성공 기준, 평가 기간, 책임자·기한 및 CTO실 승인 게이트 추가</a:t>
            </a:r>
          </a:p>
          <a:p>
            <a:pPr>
              <a:defRPr sz="1400"/>
            </a:pPr>
            <a:r>
              <a:t>최종 클라우드 플랫폼과 데이터베이스는 필수 검증 및 CTO실 최종 승인 전까지 미확정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CTO실 AI 아키텍처 승인 실행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AWS·Azure·GCP, GPU 자체구축·클라우드 임차, SAP HANA·Oracle 비교 기준 반영</a:t>
            </a:r>
          </a:p>
          <a:p>
            <a:pPr>
              <a:defRPr sz="1400"/>
            </a:pPr>
            <a:r>
              <a:t>클라우드 GPU 3년 TCO 12% 우위는 근거·민감도·손익분기 분석 완료 전 조건부 권고</a:t>
            </a:r>
          </a:p>
          <a:p>
            <a:pPr>
              <a:defRPr sz="1400"/>
            </a:pPr>
            <a:r>
              <a:t>컴플라이언스 통제, PoC·벤치마크 성공 기준 및 운영 SLA 확정 후 최종 아키텍처·DB 결정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전사 AI 아키텍처 비교·선정 승인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AWS·Azure·GCP를 비용, AI 서비스·GPU 지원, 보안·규정 준수, 기존 시스템 연계성, 운영 편의성 및 확장성 기준으로 비교</a:t>
            </a:r>
          </a:p>
          <a:p>
            <a:pPr>
              <a:defRPr sz="1400"/>
            </a:pPr>
            <a:r>
              <a:t>GPU 자체구축과 클라우드 GPU 임차를 비교하고 클라우드 GPU 3년 TCO 12% 우위를 검증 전 조건부 권고로 표시</a:t>
            </a:r>
          </a:p>
          <a:p>
            <a:pPr>
              <a:defRPr sz="1400"/>
            </a:pPr>
            <a:r>
              <a:t>SAP HANA와 Oracle을 기능, 연계성, 성능·확장성, 운영 복잡도, 전환 영향 및 TCO 기준으로 비교</a:t>
            </a:r>
          </a:p>
          <a:p>
            <a:pPr>
              <a:defRPr sz="1400"/>
            </a:pPr>
            <a:r>
              <a:t>리전·계약·환율·GPU 구성·사용률·트래픽·SLA·DR·보안·라이선스 가정과 PoC·벤치마크를 최종 의사결정 전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