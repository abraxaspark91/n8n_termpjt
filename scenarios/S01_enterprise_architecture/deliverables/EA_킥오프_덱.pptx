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전사 AI 플랫폼 전환 EA 킥오프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IT전략팀 · 아키텍처 정의 킥오프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추진 배경 및 목표</a:t>
            </a:r>
          </a:p>
          <a:p>
            <a:r>
              <a:t>클라우드 플랫폼 비교</a:t>
            </a:r>
          </a:p>
          <a:p>
            <a:r>
              <a:t>GPU 서빙 전략</a:t>
            </a:r>
          </a:p>
          <a:p>
            <a:r>
              <a:t>DB 플랫폼 선정 방향</a:t>
            </a:r>
          </a:p>
          <a:p>
            <a:r>
              <a:t>To-Be 아키텍처</a:t>
            </a:r>
          </a:p>
          <a:p>
            <a:r>
              <a:t>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추진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PoC 파편화로 인한 중복 투자</a:t>
            </a:r>
          </a:p>
          <a:p>
            <a:r>
              <a:t>전사 표준 플랫폼 필요성 대두</a:t>
            </a:r>
          </a:p>
          <a:p>
            <a:r>
              <a:t>목표: 온보딩 기간 3개월→3주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클라우드 비교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AWS: GPU 최신세대 접근성 우수</a:t>
            </a:r>
          </a:p>
          <a:p>
            <a:r>
              <a:t>Azure: 기존 자산 연동 강점</a:t>
            </a:r>
          </a:p>
          <a:p>
            <a:r>
              <a:t>GCP: 데이터 분석 생태계 강점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GPU 자체구축 vs 클라우드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자체구축 3년 손익분기 유리</a:t>
            </a:r>
          </a:p>
          <a:p>
            <a:r>
              <a:t>클라우드는 탄력성 우수</a:t>
            </a:r>
          </a:p>
          <a:p>
            <a:r>
              <a:t>하이브리드 버스팅 전략 검토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 선정 방향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SAP HANA vs Oracle 비교 중</a:t>
            </a:r>
          </a:p>
          <a:p>
            <a:r>
              <a:t>실시간 분석 성능이 핵심 기준</a:t>
            </a:r>
          </a:p>
          <a:p>
            <a:r>
              <a:t>라이선스 비용 재산정 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To-Be 아키텍처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서빙/데이터/거버넌스 3계층</a:t>
            </a:r>
          </a:p>
          <a:p>
            <a:r>
              <a:t>공통 플랫폼 위 사업부 온보딩</a:t>
            </a:r>
          </a:p>
          <a:p>
            <a:r>
              <a:t>모델 카탈로그 도입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다음 단계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벤더 PoC 4주 진행</a:t>
            </a:r>
          </a:p>
          <a:p>
            <a:r>
              <a:t>DB 마이그레이션 파일럿 법인 선정</a:t>
            </a:r>
          </a:p>
          <a:p>
            <a:r>
              <a:t>거버넌스 정책 초안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