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Tesla·Zara 전략 비교 발표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공급망 전략 비교분석 · 케이스스터디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연구 배경</a:t>
            </a:r>
          </a:p>
          <a:p>
            <a:r>
              <a:t>Tesla 사례</a:t>
            </a:r>
          </a:p>
          <a:p>
            <a:r>
              <a:t>Zara 사례</a:t>
            </a:r>
          </a:p>
          <a:p>
            <a:r>
              <a:t>비교분석 프레임워크</a:t>
            </a:r>
          </a:p>
          <a:p>
            <a:r>
              <a:t>시사점</a:t>
            </a:r>
          </a:p>
          <a:p>
            <a:r>
              <a:t>Q&amp;A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연구 배경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공급망 불확실성 심화</a:t>
            </a:r>
          </a:p>
          <a:p>
            <a:r>
              <a:t>내재화 vs 유연화 전략 대비</a:t>
            </a:r>
          </a:p>
          <a:p>
            <a:r>
              <a:t>산업별 전략 적합성 분석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Tesla 사례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배터리/반도체/충전 내재화</a:t>
            </a:r>
          </a:p>
          <a:p>
            <a:r>
              <a:t>원가통제력 확보</a:t>
            </a:r>
          </a:p>
          <a:p>
            <a:r>
              <a:t>대규모 CAPEX 부담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Zara 사례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SPA 모델 운영</a:t>
            </a:r>
          </a:p>
          <a:p>
            <a:r>
              <a:t>매장 데이터 실시간 분석</a:t>
            </a:r>
          </a:p>
          <a:p>
            <a:r>
              <a:t>리드타임 2주 내외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비교분석 프레임워크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산업특성/투자규모/리드타임/리스크</a:t>
            </a:r>
          </a:p>
          <a:p>
            <a:r>
              <a:t>자본집약 vs 정보집약</a:t>
            </a:r>
          </a:p>
          <a:p>
            <a:r>
              <a:t>리스크 유형 상이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시사점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산업 특성별 전략 혼합 필요</a:t>
            </a:r>
          </a:p>
          <a:p>
            <a:r>
              <a:t>정량 재무모델 후속 검증 필요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Q&amp;A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질의응답 세션</a:t>
            </a:r>
          </a:p>
          <a:p>
            <a:r>
              <a:t>추가 자료 요청 안내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 · Tesla·Zara 공급망 및 수요예측 비교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Tesla의 생산·배터리·소프트웨어 통합과 Zara의 생산·유통 통제 및 협력 네트워크를 비교</a:t>
            </a:r>
          </a:p>
          <a:p>
            <a:pPr>
              <a:defRPr sz="1400"/>
            </a:pPr>
            <a:r>
              <a:t>수요예측 방식, 예측 정확도, 시장 반응 속도, 재고 운영과 리드타임·제품 출시 영향을 비교</a:t>
            </a:r>
          </a:p>
          <a:p>
            <a:pPr>
              <a:defRPr sz="1400"/>
            </a:pPr>
            <a:r>
              <a:t>공개 자료의 기준 시점·출처 차이, 비공개 데이터, 산업 특성 차이에 따른 비교 한계를 명시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