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PI 과제 보고 — 총원가 관리연결결산 혁신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경영혁신팀 · PI 과제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현황 진단</a:t>
            </a:r>
          </a:p>
          <a:p>
            <a:r>
              <a:t>원가추적번호 체계</a:t>
            </a:r>
          </a:p>
          <a:p>
            <a:r>
              <a:t>물동추적 흐름</a:t>
            </a:r>
          </a:p>
          <a:p>
            <a:r>
              <a:t>배부기준 설계</a:t>
            </a:r>
          </a:p>
          <a:p>
            <a:r>
              <a:t>기대효과</a:t>
            </a:r>
          </a:p>
          <a:p>
            <a:r>
              <a:t>향후 일정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현황 진단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법인별 상이한 원가코드 체계</a:t>
            </a:r>
          </a:p>
          <a:p>
            <a:r>
              <a:t>수작업 취합으로 마감 지연</a:t>
            </a:r>
          </a:p>
          <a:p>
            <a:r>
              <a:t>감사 대응 자료 확보 어려움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원가추적번호 체계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발생법인+품목군+순번 구성</a:t>
            </a:r>
          </a:p>
          <a:p>
            <a:r>
              <a:t>전 법인 ERP 필수 입력화</a:t>
            </a:r>
          </a:p>
          <a:p>
            <a:r>
              <a:t>기존 코드와 매핑 테이블 병행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물동추적 흐름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이관 시 추적번호 자동 승계</a:t>
            </a:r>
          </a:p>
          <a:p>
            <a:r>
              <a:t>실시간 물동 대시보드</a:t>
            </a:r>
          </a:p>
          <a:p>
            <a:r>
              <a:t>이관손익 자동 산출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배부기준 설계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생산부문: 작업시간 기준</a:t>
            </a:r>
          </a:p>
          <a:p>
            <a:r>
              <a:t>지원부문: 매출+인원 혼합</a:t>
            </a:r>
          </a:p>
          <a:p>
            <a:r>
              <a:t>IT비용: 서버사용량 기준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기대효과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마감기간 5일→2일 단축</a:t>
            </a:r>
          </a:p>
          <a:p>
            <a:r>
              <a:t>감사대응 시간 단축</a:t>
            </a:r>
          </a:p>
          <a:p>
            <a:r>
              <a:t>재작업 건수 감소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향후 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파일럿 법인 선정(1개월)</a:t>
            </a:r>
          </a:p>
          <a:p>
            <a:r>
              <a:t>전 법인 확대(3개월)</a:t>
            </a:r>
          </a:p>
          <a:p>
            <a:r>
              <a:t>안정화 및 모니터링(1개월)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총원가·원가추적 전환 승인 변경사항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수작업 관리연결결산을 폐지하고 삼성방식 총원가 기반으로 전환</a:t>
            </a:r>
          </a:p>
          <a:p>
            <a:pPr>
              <a:defRPr sz="1400"/>
            </a:pPr>
            <a:r>
              <a:t>전 법인 물동·직접원가·간접비·법인간 비용을 원가추적번호로 연결해 실시간 집계</a:t>
            </a:r>
          </a:p>
          <a:p>
            <a:pPr>
              <a:defRPr sz="1400"/>
            </a:pPr>
            <a:r>
              <a:t>간접비 배부와 법인간 비용배분의 기준·승인·상계·정산 절차 표준화</a:t>
            </a:r>
          </a:p>
          <a:p>
            <a:pPr>
              <a:defRPr sz="1400"/>
            </a:pPr>
            <a:r>
              <a:t>원가 누락·중복·배부 실패·금액 불일치 검증 및 기존 데이터 이관·신구 결과 대사 반영</a:t>
            </a:r>
          </a:p>
          <a:p>
            <a:pPr>
              <a:defRPr sz="1400"/>
            </a:pPr>
            <a:r>
              <a:t>총원가 산식·통제·컴플라이언스·단계적 전환·롤백 기준은 후속 확정 과제로 관리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— 총원가·원가추적 전환 승인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수작업 관리연결결산을 폐지하고 삼성방식 총원가 기반 표준 원가관리 프로세스로 전환</a:t>
            </a:r>
          </a:p>
          <a:p>
            <a:pPr>
              <a:defRPr sz="1400"/>
            </a:pPr>
            <a:r>
              <a:t>원가추적번호를 전 법인 물동·직접원가·간접비·법인간 비용과 연계하고 검증·변경 통제 적용</a:t>
            </a:r>
          </a:p>
          <a:p>
            <a:pPr>
              <a:defRPr sz="1400"/>
            </a:pPr>
            <a:r>
              <a:t>간접비 배부 및 법인간 비용배분의 생성·승인·상계·정산·연결결산 반영 절차 표준화</a:t>
            </a:r>
          </a:p>
          <a:p>
            <a:pPr>
              <a:defRPr sz="1400"/>
            </a:pPr>
            <a:r>
              <a:t>실시간 원가 집계와 마감 잠금·감사로그·권한·정합성 검증 및 재처리·롤백 기준 반영</a:t>
            </a:r>
          </a:p>
          <a:p>
            <a:pPr>
              <a:defRPr sz="1400"/>
            </a:pPr>
            <a:r>
              <a:t>기존 수작업 데이터 이관과 신·구 원가 대사 테스트 추가; 산식·컴플라이언스·단계적 전환 기준은 후속 확정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— 총원가·원가추적 전환 승인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수작업 관리연결결산을 폐지하고 원가추적번호 기반 실시간 총원가 관리로 전환</a:t>
            </a:r>
          </a:p>
          <a:p>
            <a:pPr>
              <a:defRPr sz="1400"/>
            </a:pPr>
            <a:r>
              <a:t>전 법인 물동 추적, 간접비 배부, 법인간 비용배분 및 연결결산 통제 설계 반영</a:t>
            </a:r>
          </a:p>
          <a:p>
            <a:pPr>
              <a:defRPr sz="1400"/>
            </a:pPr>
            <a:r>
              <a:t>데이터 이관·신구 대사·검증·재처리·롤백·마감 잠금·감사로그·권한 통제 요구사항 반영</a:t>
            </a:r>
          </a:p>
          <a:p>
            <a:pPr>
              <a:defRPr sz="1400"/>
            </a:pPr>
            <a:r>
              <a:t>공식 산식, 배부 기준, 데이터 소유권, 대사 기준 및 단계적 전환 조건은 후속 확정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변경사항 — REQ-20250308-총원가-원가추적-전환-승인-실행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요청자: PI팀 이과장 · 결정: 승인 페이로드에 따라 7개 영향 산출물과 Wiki를 갱신 대상으로 확정하고, 총원가 산식·배부·법인간 거래·컴플라이언스·단계적 전환 및 롤백 기준은 후속 확정 과제로 관리한다.</a:t>
            </a:r>
          </a:p>
          <a:p>
            <a:pPr>
              <a:defRPr sz="1400"/>
            </a:pPr>
            <a:r>
              <a:t>• 수작업 관리연결결산을 폐지하고 삼성방식 총원가 기반의 전사 원가관리 프로세스로 전환하는 내용을 원가관리 업무 프로세스 정의서에 반영한다.</a:t>
            </a:r>
          </a:p>
          <a:p>
            <a:pPr>
              <a:defRPr sz="1400"/>
            </a:pPr>
            <a:r>
              <a:t>• 전 법인의 물동을 원가추적번호 단위로 식별·집계·조회하도록 하고, 발번 주체·번호 체계·필수 입력·유효성 검증·중복 및 누락 검증·변경 통제를 정의한다.</a:t>
            </a:r>
          </a:p>
          <a:p>
            <a:pPr>
              <a:defRPr sz="1400"/>
            </a:pPr>
            <a:r>
              <a:t>• 직접원가·간접비·법인간 비용을 원가추적번호와 연결하여 실시간 원가를 산출하고 법인별 원가와 전사 총원가를 비교·모니터링하도록 설계한다.</a:t>
            </a:r>
          </a:p>
          <a:p>
            <a:pPr>
              <a:defRPr sz="1400"/>
            </a:pPr>
            <a:r>
              <a:t>• 간접비 배부 기준·주기·대상·예외 처리·재배부 절차와 법인간 거래의 생성·승인·상계·정산·연결결산 반영 절차를 설계한다.</a:t>
            </a:r>
          </a:p>
          <a:p>
            <a:pPr>
              <a:defRPr sz="1400"/>
            </a:pPr>
            <a:r>
              <a:t>• 원가추적번호 누락·중복, 배부 실패, 법인간 금액 불일치, 인터페이스 오류 및 권한 오류에 대한 검증·오류 처리·재처리·롤백 시나리오를 테스트에 반영한다.</a:t>
            </a:r>
          </a:p>
          <a:p>
            <a:pPr>
              <a:defRPr sz="1400"/>
            </a:pPr>
            <a:r>
              <a:t>• 기존 수작업 결산 데이터의 이관과 신·구 원가 산출 결과 대사, 마감 잠금, 감사로그, 권한 통제 및 데이터 정합성 검증을 요구사항과 테스트에 포함한다.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승인 — 총원가·원가추적 전환 실행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수작업 관리연결결산을 폐지하고 원가추적번호 기반 삼성방식 총원가 체계로 전환</a:t>
            </a:r>
          </a:p>
          <a:p>
            <a:pPr>
              <a:defRPr sz="1400"/>
            </a:pPr>
            <a:r>
              <a:t>전 법인 물동·직접원가·간접비·법인간 비용을 실시간 식별·집계·조회</a:t>
            </a:r>
          </a:p>
          <a:p>
            <a:pPr>
              <a:defRPr sz="1400"/>
            </a:pPr>
            <a:r>
              <a:t>간접비 배부, 이전가격 구간별 원가차이, 미실현이익 제거 및 연결조정 절차 반영</a:t>
            </a:r>
          </a:p>
          <a:p>
            <a:pPr>
              <a:defRPr sz="1400"/>
            </a:pPr>
            <a:r>
              <a:t>누락·중복·배부 실패·금액 불일치·인터페이스 오류 검증과 신·구 원가 대사·재처리·롤백 기준 추가</a:t>
            </a:r>
          </a:p>
          <a:p>
            <a:pPr>
              <a:defRPr sz="1400"/>
            </a:pPr>
            <a:r>
              <a:t>삼성방식 산식, 데이터 거버넌스, 컴플라이언스 및 전환·병행운영 기준은 후속 확정·검증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승인 반영 — 총원가·원가추적 전환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수작업 관리연결결산을 폐지하고 원가추적번호 기반 총원가 프로세스로 전환</a:t>
            </a:r>
          </a:p>
          <a:p>
            <a:pPr>
              <a:defRPr sz="1400"/>
            </a:pPr>
            <a:r>
              <a:t>전 법인 물동·직접원가·간접비·법인간 비용의 식별·집계·검증·감사통제 표준화</a:t>
            </a:r>
          </a:p>
          <a:p>
            <a:pPr>
              <a:defRPr sz="1400"/>
            </a:pPr>
            <a:r>
              <a:t>실시간 원가 모니터링, 배부·상계·정산, 데이터 이관·신구 대사 및 롤백 시나리오 반영</a:t>
            </a:r>
          </a:p>
          <a:p>
            <a:pPr>
              <a:defRPr sz="1400"/>
            </a:pPr>
            <a:r>
              <a:t>핵심 산식·컴플라이언스·책임경계·단계적 전환 기준은 후속 확정·파일럿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