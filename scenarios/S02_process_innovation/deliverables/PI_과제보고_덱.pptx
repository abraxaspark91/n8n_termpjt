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 과제 보고 — 총원가 관리연결결산 혁신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경영혁신팀 · PI 과제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현황 진단</a:t>
            </a:r>
          </a:p>
          <a:p>
            <a:r>
              <a:t>원가추적번호 체계</a:t>
            </a:r>
          </a:p>
          <a:p>
            <a:r>
              <a:t>물동추적 흐름</a:t>
            </a:r>
          </a:p>
          <a:p>
            <a:r>
              <a:t>배부기준 설계</a:t>
            </a:r>
          </a:p>
          <a:p>
            <a:r>
              <a:t>기대효과</a:t>
            </a:r>
          </a:p>
          <a:p>
            <a:r>
              <a:t>향후 일정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현황 진단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법인별 상이한 원가코드 체계</a:t>
            </a:r>
          </a:p>
          <a:p>
            <a:r>
              <a:t>수작업 취합으로 마감 지연</a:t>
            </a:r>
          </a:p>
          <a:p>
            <a:r>
              <a:t>감사 대응 자료 확보 어려움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원가추적번호 체계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발생법인+품목군+순번 구성</a:t>
            </a:r>
          </a:p>
          <a:p>
            <a:r>
              <a:t>전 법인 ERP 필수 입력화</a:t>
            </a:r>
          </a:p>
          <a:p>
            <a:r>
              <a:t>기존 코드와 매핑 테이블 병행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물동추적 흐름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이관 시 추적번호 자동 승계</a:t>
            </a:r>
          </a:p>
          <a:p>
            <a:r>
              <a:t>실시간 물동 대시보드</a:t>
            </a:r>
          </a:p>
          <a:p>
            <a:r>
              <a:t>이관손익 자동 산출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배부기준 설계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생산부문: 작업시간 기준</a:t>
            </a:r>
          </a:p>
          <a:p>
            <a:r>
              <a:t>지원부문: 매출+인원 혼합</a:t>
            </a:r>
          </a:p>
          <a:p>
            <a:r>
              <a:t>IT비용: 서버사용량 기준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기대효과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마감기간 5일→2일 단축</a:t>
            </a:r>
          </a:p>
          <a:p>
            <a:r>
              <a:t>감사대응 시간 단축</a:t>
            </a:r>
          </a:p>
          <a:p>
            <a:r>
              <a:t>재작업 건수 감소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향후 일정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파일럿 법인 선정(1개월)</a:t>
            </a:r>
          </a:p>
          <a:p>
            <a:r>
              <a:t>전 법인 확대(3개월)</a:t>
            </a:r>
          </a:p>
          <a:p>
            <a:r>
              <a:t>안정화 및 모니터링(1개월)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