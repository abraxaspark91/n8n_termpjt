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투자 대시보드 기획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투자전략팀 · 대시보드 기획안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배경 및 목적</a:t>
            </a:r>
          </a:p>
          <a:p>
            <a:r>
              <a:t>거시경제 패널</a:t>
            </a:r>
          </a:p>
          <a:p>
            <a:r>
              <a:t>종목 펀더멘털 패널</a:t>
            </a:r>
          </a:p>
          <a:p>
            <a:r>
              <a:t>화면 구성(1)</a:t>
            </a:r>
          </a:p>
          <a:p>
            <a:r>
              <a:t>화면 구성(2)</a:t>
            </a:r>
          </a:p>
          <a:p>
            <a:r>
              <a:t>데이터 파이프라인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배경 및 목적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거시/종목 데이터 분산 문제</a:t>
            </a:r>
          </a:p>
          <a:p>
            <a:r>
              <a:t>교차분석 기능 부재</a:t>
            </a:r>
          </a:p>
          <a:p>
            <a:r>
              <a:t>통합 대시보드 필요성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거시경제 패널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금리/환율/물가/유동성 4개 카테고리</a:t>
            </a:r>
          </a:p>
          <a:p>
            <a:r>
              <a:t>전월·전년대비 변화율 표시</a:t>
            </a:r>
          </a:p>
          <a:p>
            <a:r>
              <a:t>매크로 사이클 파악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종목 펀더멘털 패널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밸류에이션/수익성/성장성/안정성</a:t>
            </a:r>
          </a:p>
          <a:p>
            <a:r>
              <a:t>업종평균 대비 상대위치</a:t>
            </a:r>
          </a:p>
          <a:p>
            <a:r>
              <a:t>종목 스크리닝 활용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화면 구성(1)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좌측 거시패널, 우측 종목패널</a:t>
            </a:r>
          </a:p>
          <a:p>
            <a:r>
              <a:t>관심종목 상단 고정</a:t>
            </a:r>
          </a:p>
          <a:p>
            <a:r>
              <a:t>동시 비교 가능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화면 구성(2)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지표 클릭시 상세차트 팝업</a:t>
            </a:r>
          </a:p>
          <a:p>
            <a:r>
              <a:t>임계치 초과 항목 경고 표시</a:t>
            </a:r>
          </a:p>
          <a:p>
            <a:r>
              <a:t>반응형 레이아웃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데이터 파이프라인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일 1회 배치 수집</a:t>
            </a:r>
          </a:p>
          <a:p>
            <a:r>
              <a:t>장중 실시간 연동 검토</a:t>
            </a:r>
          </a:p>
          <a:p>
            <a:r>
              <a:t>벤더 장애 대응 로직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