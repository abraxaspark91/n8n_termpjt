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투자 대시보드 기획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투자전략팀 · 대시보드 기획안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배경 및 목적</a:t>
            </a:r>
          </a:p>
          <a:p>
            <a:r>
              <a:t>거시경제 패널</a:t>
            </a:r>
          </a:p>
          <a:p>
            <a:r>
              <a:t>종목 펀더멘털 패널</a:t>
            </a:r>
          </a:p>
          <a:p>
            <a:r>
              <a:t>화면 구성(1)</a:t>
            </a:r>
          </a:p>
          <a:p>
            <a:r>
              <a:t>화면 구성(2)</a:t>
            </a:r>
          </a:p>
          <a:p>
            <a:r>
              <a:t>데이터 파이프라인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거시/종목 데이터 분산 문제</a:t>
            </a:r>
          </a:p>
          <a:p>
            <a:r>
              <a:t>교차분석 기능 부재</a:t>
            </a:r>
          </a:p>
          <a:p>
            <a:r>
              <a:t>통합 대시보드 필요성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거시경제 패널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금리/환율/물가/유동성 4개 카테고리</a:t>
            </a:r>
          </a:p>
          <a:p>
            <a:r>
              <a:t>전월·전년대비 변화율 표시</a:t>
            </a:r>
          </a:p>
          <a:p>
            <a:r>
              <a:t>매크로 사이클 파악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종목 펀더멘털 패널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밸류에이션/수익성/성장성/안정성</a:t>
            </a:r>
          </a:p>
          <a:p>
            <a:r>
              <a:t>업종평균 대비 상대위치</a:t>
            </a:r>
          </a:p>
          <a:p>
            <a:r>
              <a:t>종목 스크리닝 활용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화면 구성(1)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좌측 거시패널, 우측 종목패널</a:t>
            </a:r>
          </a:p>
          <a:p>
            <a:r>
              <a:t>관심종목 상단 고정</a:t>
            </a:r>
          </a:p>
          <a:p>
            <a:r>
              <a:t>동시 비교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화면 구성(2)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지표 클릭시 상세차트 팝업</a:t>
            </a:r>
          </a:p>
          <a:p>
            <a:r>
              <a:t>임계치 초과 항목 경고 표시</a:t>
            </a:r>
          </a:p>
          <a:p>
            <a:r>
              <a:t>반응형 레이아웃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 1회 배치 수집</a:t>
            </a:r>
          </a:p>
          <a:p>
            <a:r>
              <a:t>장중 실시간 연동 검토</a:t>
            </a:r>
          </a:p>
          <a:p>
            <a:r>
              <a:t>벤더 장애 대응 로직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거시경제·펀더멘털 패널 요구사항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현황과 개별 종목 펀더멘털 분석 패널을 독립 영역으로 정의</a:t>
            </a:r>
          </a:p>
          <a:p>
            <a:pPr>
              <a:defRPr sz="1400"/>
            </a:pPr>
            <a:r>
              <a:t>금리·물가·환율·주요 지수 및 재무·밸류에이션·실적·컨센서스 지표 요구사항 구체화</a:t>
            </a:r>
          </a:p>
          <a:p>
            <a:pPr>
              <a:defRPr sz="1400"/>
            </a:pPr>
            <a:r>
              <a:t>지표별 갱신 유형과 기준 시각·최종 갱신 시각·출처·지연 여부 표시 추가</a:t>
            </a:r>
          </a:p>
          <a:p>
            <a:pPr>
              <a:defRPr sz="1400"/>
            </a:pPr>
            <a:r>
              <a:t>패널별 로딩 실패·지연 데이터·기준일 혼재 검증 시나리오 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거시경제·종목 펀더멘털 패널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현황과 개별 종목 펀더멘털 분석을 독립 패널로 정의</a:t>
            </a:r>
          </a:p>
          <a:p>
            <a:pPr>
              <a:defRPr sz="1400"/>
            </a:pPr>
            <a:r>
              <a:t>금리·물가·환율·주요 지수와 매출·이익·밸류에이션·재무건전성·실적·컨센서스 지표 배치</a:t>
            </a:r>
          </a:p>
          <a:p>
            <a:pPr>
              <a:defRPr sz="1400"/>
            </a:pPr>
            <a:r>
              <a:t>실시간·일중·일간·주간·월간·발표 시점 갱신 유형과 기준 시각·최종 갱신 시각·출처·지연 여부 표시</a:t>
            </a:r>
          </a:p>
          <a:p>
            <a:pPr>
              <a:defRPr sz="1400"/>
            </a:pPr>
            <a:r>
              <a:t>패널별 로딩 실패, 지연 데이터, 서로 다른 기준일 데이터 혼재 검증 시나리오 추가</a:t>
            </a:r>
          </a:p>
          <a:p>
            <a:pPr>
              <a:defRPr sz="1400"/>
            </a:pPr>
            <a:r>
              <a:t>지표 범위·갱신 기준·출처·라이선스·공통 데이터 모델은 후속 확정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거시경제·종목 펀더멘털 패널 및 갱신 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 패널과 개별 종목 펀더멘털 분석 패널을 독립 영역으로 정의</a:t>
            </a:r>
          </a:p>
          <a:p>
            <a:pPr>
              <a:defRPr sz="1400"/>
            </a:pPr>
            <a:r>
              <a:t>금리·물가·환율·주요 지수와 PER·PBR·부채비율·잉여현금흐름 등 지표 요구사항 추가</a:t>
            </a:r>
          </a:p>
          <a:p>
            <a:pPr>
              <a:defRPr sz="1400"/>
            </a:pPr>
            <a:r>
              <a:t>실시간·일중·일간·주간·월간·발표 시점 갱신 유형 및 기준 시각·최종 갱신 시각·출처·지연 여부 표시</a:t>
            </a:r>
          </a:p>
          <a:p>
            <a:pPr>
              <a:defRPr sz="1400"/>
            </a:pPr>
            <a:r>
              <a:t>패널별 로딩 실패·지연 데이터·서로 다른 기준일 데이터 혼재 검증 시나리오 추가</a:t>
            </a:r>
          </a:p>
          <a:p>
            <a:pPr>
              <a:defRPr sz="1400"/>
            </a:pPr>
            <a:r>
              <a:t>지표 사전·출처·신선도 SLA·공통 데이터 모델·컴플라이언스는 후속 확정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거시경제·종목 펀더멘털 패널 및 갱신 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 패널과 개별 종목 펀더멘털 분석 패널을 독립 영역으로 구성</a:t>
            </a:r>
          </a:p>
          <a:p>
            <a:pPr>
              <a:defRPr sz="1400"/>
            </a:pPr>
            <a:r>
              <a:t>거시경제 지표와 PER·PBR·부채비율·잉여현금흐름 등 종목 지표 정의 및 확장 구조 반영</a:t>
            </a:r>
          </a:p>
          <a:p>
            <a:pPr>
              <a:defRPr sz="1400"/>
            </a:pPr>
            <a:r>
              <a:t>실시간·일중·일간·주간·월간·발표 시점 갱신 유형과 기준 시각·최종 갱신 시각·출처·지연 여부 표시</a:t>
            </a:r>
          </a:p>
          <a:p>
            <a:pPr>
              <a:defRPr sz="1400"/>
            </a:pPr>
            <a:r>
              <a:t>패널별 로딩 실패·지연 데이터·기준일 혼재 및 경고 처리 검증 시나리오 추가</a:t>
            </a:r>
          </a:p>
          <a:p>
            <a:pPr>
              <a:defRPr sz="1400"/>
            </a:pPr>
            <a:r>
              <a:t>대상 범위·산식·출처·라이선스·신선도 SLA·공통 데이터 모델은 후속 확정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투자 대시보드 패널 분리 및 데이터 신선도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 패널과 개별 종목 펀더멘털 분석 패널을 독립 구성</a:t>
            </a:r>
          </a:p>
          <a:p>
            <a:pPr>
              <a:defRPr sz="1400"/>
            </a:pPr>
            <a:r>
              <a:t>거시경제 지표로 금리·물가·환율·주요 지수를 배치하고 종목 기본 지표로 PER·PBR·부채비율·잉여현금흐름을 제공</a:t>
            </a:r>
          </a:p>
          <a:p>
            <a:pPr>
              <a:defRPr sz="1400"/>
            </a:pPr>
            <a:r>
              <a:t>실시간·일중·일간·주간·월간·발표 시점 갱신 유형과 기준 시각·최종 갱신 시각·출처·지연 여부 표시</a:t>
            </a:r>
          </a:p>
          <a:p>
            <a:pPr>
              <a:defRPr sz="1400"/>
            </a:pPr>
            <a:r>
              <a:t>패널별 로딩 실패·지연 데이터·기준일 혼재 및 사용자 경고 처리 검증 시나리오 추가</a:t>
            </a:r>
          </a:p>
          <a:p>
            <a:pPr>
              <a:defRPr sz="1400"/>
            </a:pPr>
            <a:r>
              <a:t>대상 범위·산식·데이터 권리·컴플라이언스·공통 데이터 모델·SLA는 후속 확정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투자 대시보드 승인 변경 실행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거시경제 현황 패널과 개별 종목 펀더멘털 분석 패널을 독립 구성</a:t>
            </a:r>
          </a:p>
          <a:p>
            <a:pPr>
              <a:defRPr sz="1400"/>
            </a:pPr>
            <a:r>
              <a:t>거시 지표와 PER·PBR·부채비율·잉여현금흐름 기본 지표 및 확장 구조 반영</a:t>
            </a:r>
          </a:p>
          <a:p>
            <a:pPr>
              <a:defRPr sz="1400"/>
            </a:pPr>
            <a:r>
              <a:t>실시간·일중·일간·주간·월간·발표 시점 갱신 유형과 기준 시각·최종 갱신 시각·출처·지연 여부 표시</a:t>
            </a:r>
          </a:p>
          <a:p>
            <a:pPr>
              <a:defRPr sz="1400"/>
            </a:pPr>
            <a:r>
              <a:t>패널별 로딩 실패·지연 데이터·기준일 혼재·사용자 경고 처리 검증 추가</a:t>
            </a:r>
          </a:p>
          <a:p>
            <a:pPr>
              <a:defRPr sz="1400"/>
            </a:pPr>
            <a:r>
              <a:t>대상 범위·산식·데이터 계약·라이선스·SLA·컴플라이언스는 후속 승인 게이트에서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