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VLB ICO IR 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백서 요약 · Value Ledger Bridge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프로젝트 개요</a:t>
            </a:r>
          </a:p>
          <a:p>
            <a:r>
              <a:t>토큰이코노미</a:t>
            </a:r>
          </a:p>
          <a:p>
            <a:r>
              <a:t>스마트컨트랙트 구조</a:t>
            </a:r>
          </a:p>
          <a:p>
            <a:r>
              <a:t>채널 전략</a:t>
            </a:r>
          </a:p>
          <a:p>
            <a:r>
              <a:t>세일 일정</a:t>
            </a:r>
          </a:p>
          <a:p>
            <a:r>
              <a:t>리스크/컴플라이언스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 기반 크로스체인 정산 인프라</a:t>
            </a:r>
          </a:p>
          <a:p>
            <a:r>
              <a:t>무역대금 결제 지연 문제 해결</a:t>
            </a:r>
          </a:p>
          <a:p>
            <a:r>
              <a:t>목표 조달 3,000 ETH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토큰이코노미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총 발행량 10억개 고정</a:t>
            </a:r>
          </a:p>
          <a:p>
            <a:r>
              <a:t>팀 물량 클리프+베스팅 적용</a:t>
            </a:r>
          </a:p>
          <a:p>
            <a:r>
              <a:t>생태계 펀드 파트너십 용도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스마트컨트랙트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화이트리스트 기반 참여</a:t>
            </a:r>
          </a:p>
          <a:p>
            <a:r>
              <a:t>단계별 세일 구조</a:t>
            </a:r>
          </a:p>
          <a:p>
            <a:r>
              <a:t>감사법인 사전 감사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채널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커뮤니티/미디어/파트너십 3축</a:t>
            </a:r>
          </a:p>
          <a:p>
            <a:r>
              <a:t>단계별 예산 배정</a:t>
            </a:r>
          </a:p>
          <a:p>
            <a:r>
              <a:t>탄력적 운영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세일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프라이빗→프리→퍼블릭 세일</a:t>
            </a:r>
          </a:p>
          <a:p>
            <a:r>
              <a:t>후보 거래소 정보만 공개하며 확정 상장 표현 금지; 법률·컴플라이언스 검토 필요</a:t>
            </a:r>
          </a:p>
          <a:p>
            <a:r>
              <a:t>메인넷 브릿지 11월 오픈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리스크/컴플라이언스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증권성 이슈 지역 지오블로킹</a:t>
            </a:r>
          </a:p>
          <a:p>
            <a:r>
              <a:t>AML/KYC 의무화</a:t>
            </a:r>
          </a:p>
          <a:p>
            <a:r>
              <a:t>법률자문단 상시 운영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러시아 ETH 기반 VLB ICO 실행계획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러시아 시장·ETH 생태계 대상 마케팅 목표, 타깃, 메시지 및 채널 정의</a:t>
            </a:r>
          </a:p>
          <a:p>
            <a:pPr>
              <a:defRPr sz="1400"/>
            </a:pPr>
            <a:r>
              <a:t>공식 웹사이트·투자자 포털·검토된 커뮤니티 채널의 백서 배포와 버전·접근성 관리 반영</a:t>
            </a:r>
          </a:p>
          <a:p>
            <a:pPr>
              <a:defRPr sz="1400"/>
            </a:pPr>
            <a:r>
              <a:t>투자자 가입, 신원·거주지 확인, 서류, 심사 상태, 개인정보 처리 및 문의 대응을 포함한 KYC 안내 반영</a:t>
            </a:r>
          </a:p>
          <a:p>
            <a:pPr>
              <a:defRPr sz="1400"/>
            </a:pPr>
            <a:r>
              <a:t>사전등록과 단계별 토큰 세일 일정 및 변경사항의 공식 채널 공지 계획 반영</a:t>
            </a:r>
          </a:p>
          <a:p>
            <a:pPr>
              <a:defRPr sz="1400"/>
            </a:pPr>
            <a:r>
              <a:t>관할권·토큰 법적 분류·제재·KYC/AML·개인정보 처리 확정 및 법률·컴플라이언스 승인 전 외부 마케팅·세일 공지 금지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러시아 ETH 기반 VLB ICO 실행 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러시아 및 ETH 생태계 타깃, 핵심 메시지, 공식 채널 및 콘텐츠 승인 절차 반영</a:t>
            </a:r>
          </a:p>
          <a:p>
            <a:pPr>
              <a:defRPr sz="1400"/>
            </a:pPr>
            <a:r>
              <a:t>백서 최종 승인본·러시아어 번역·접근성·버전 및 변경 이력 관리 추가</a:t>
            </a:r>
          </a:p>
          <a:p>
            <a:pPr>
              <a:defRPr sz="1400"/>
            </a:pPr>
            <a:r>
              <a:t>투자자 가입·거주지 확인·KYC/AML·개인정보 처리 및 문의 대응 절차 추가</a:t>
            </a:r>
          </a:p>
          <a:p>
            <a:pPr>
              <a:defRPr sz="1400"/>
            </a:pPr>
            <a:r>
              <a:t>토큰 세일 일정·가격·할당량·ETH 결제·환불 조건 및 공식 변경 공지 절차 추가</a:t>
            </a:r>
          </a:p>
          <a:p>
            <a:pPr>
              <a:defRPr sz="1400"/>
            </a:pPr>
            <a:r>
              <a:t>법률·컴플라이언스·보안 승인과 증적 확보 전 백서 공개·모집·일정 공지 보류</a:t>
            </a:r>
          </a:p>
          <a:p>
            <a:pPr>
              <a:defRPr sz="1400"/>
            </a:pPr>
            <a:r>
              <a:t>공식 채널 사칭·피싱 방지, 일정 불일치 방지 및 위기 커뮤니케이션 담당자 지정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 · ICO 외부 커뮤니케이션 승인 통제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러시아 및 ETH 생태계 대상 마케팅, 백서 배포, KYC/AML, 토큰 세일 일정 커뮤니케이션 범위를 반영</a:t>
            </a:r>
          </a:p>
          <a:p>
            <a:pPr>
              <a:defRPr sz="1400"/>
            </a:pPr>
            <a:r>
              <a:t>토큰 법적 분류·허용 관할권·제재 제한·개인정보 처리·스마트컨트랙트 보안·공식 채널 통제 승인 전 외부 공개·모집·일정 공지 보류</a:t>
            </a:r>
          </a:p>
          <a:p>
            <a:pPr>
              <a:defRPr sz="1400"/>
            </a:pPr>
            <a:r>
              <a:t>백서 버전·러시아어 번역·공식 채널 간 정보 일관성 검증과 피싱·허위 프로모션 방지 통제 추가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 — ICO 승인 게이트 및 외부 공개 보류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러시아·ETH 대상 마케팅, 백서 배포, KYC/AML 및 토큰 세일 공지 계획을 추가하고 공식 채널 간 정보 일관성 검증을 요구한다.</a:t>
            </a:r>
          </a:p>
          <a:p>
            <a:pPr>
              <a:defRPr sz="1400"/>
            </a:pPr>
            <a:r>
              <a:t>관할권별 법률·컴플라이언스·보안·운영 증적과 스마트컨트랙트·결제·환불·개인정보 통제가 확보되기 전까지 백서 공개, 투자자 모집, 일정 공지를 보류한다.</a:t>
            </a:r>
          </a:p>
          <a:p>
            <a:pPr>
              <a:defRPr sz="1400"/>
            </a:pPr>
            <a:r>
              <a:t>제재 대상자 제한, 판매 중지 기준, 하드캡 조기 종료·락업 조건, 후보 거래소 비확정 문구 및 위기 커뮤니케이션 책임자를 추적한다.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 · 조건부 승인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러시아·ETH 생태계 대상 마케팅, 백서 배포, KYC/AML 및 세일 일정 커뮤니케이션 범위를 반영</a:t>
            </a:r>
          </a:p>
          <a:p>
            <a:pPr>
              <a:defRPr sz="1400"/>
            </a:pPr>
            <a:r>
              <a:t>법률·컴플라이언스·보안·운영 승인과 스마트컨트랙트 점검 전 외부 공개·모집·일정 공지 보류</a:t>
            </a:r>
          </a:p>
          <a:p>
            <a:pPr>
              <a:defRPr sz="1400"/>
            </a:pPr>
            <a:r>
              <a:t>하드캡 조기 종료·락업 스케줄 일관성 검증 및 후보 거래소의 법률·컴플라이언스 검토 필요</a:t>
            </a:r>
          </a:p>
          <a:p>
            <a:pPr>
              <a:defRPr sz="1400"/>
            </a:pPr>
            <a:r>
              <a:t>변경 공지 승인자, 판매 중지 결정권자 및 위기 커뮤니케이션 담당자 추적 필요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 — REQ-20250308-RU-ETH-VLB-ICO-EXECUTION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러시아·ETH 생태계 대상 마케팅, 백서 배포, KYC/AML, 토큰 세일 일정 공지 통제를 반영</a:t>
            </a:r>
          </a:p>
          <a:p>
            <a:pPr>
              <a:defRPr sz="1400"/>
            </a:pPr>
            <a:r>
              <a:t>VLB 토큰 법적 분류·판매 허용 관할권·제재 및 개인정보 통제를 추적 항목으로 추가</a:t>
            </a:r>
          </a:p>
          <a:p>
            <a:pPr>
              <a:defRPr sz="1400"/>
            </a:pPr>
            <a:r>
              <a:t>법률·컴플라이언스 승인, 보안 점검, 스마트컨트랙트·환불 운영 및 사고대응 증적 확보 전 외부 공개 보류</a:t>
            </a:r>
          </a:p>
          <a:p>
            <a:pPr>
              <a:defRPr sz="1400"/>
            </a:pPr>
            <a:r>
              <a:t>공식 채널 식별, 변경 공지 통제 및 채널 간 정보 일관성 검증 절차 추가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