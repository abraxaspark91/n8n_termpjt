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저널 레코더 펀딩 페이지 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와디즈 크라우드펀딩 런칭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제품 소개</a:t>
            </a:r>
          </a:p>
          <a:p>
            <a:r>
              <a:t>문제/솔루션</a:t>
            </a:r>
          </a:p>
          <a:p>
            <a:r>
              <a:t>리워드 구성</a:t>
            </a:r>
          </a:p>
          <a:p>
            <a:r>
              <a:t>얼리버드 전략</a:t>
            </a:r>
          </a:p>
          <a:p>
            <a:r>
              <a:t>스토리 하이라이트</a:t>
            </a:r>
          </a:p>
          <a:p>
            <a:r>
              <a:t>일정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음성→텍스트→요약 자동화</a:t>
            </a:r>
          </a:p>
          <a:p>
            <a:r>
              <a:t>타깃: 직장인, 1인 창작자</a:t>
            </a:r>
          </a:p>
          <a:p>
            <a:r>
              <a:t>온디바이스 요약 프라이버시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문제/솔루션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회의록 정리의 번거로움</a:t>
            </a:r>
          </a:p>
          <a:p>
            <a:r>
              <a:t>자동 녹음·요약으로 해결</a:t>
            </a:r>
          </a:p>
          <a:p>
            <a:r>
              <a:t>실사용 데모로 신뢰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리워드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슈퍼얼리버드 100개 한정</a:t>
            </a:r>
          </a:p>
          <a:p>
            <a:r>
              <a:t>얼리버드 300개 한정</a:t>
            </a:r>
          </a:p>
          <a:p>
            <a:r>
              <a:t>2개 패키지 선물용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얼리버드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24시간 한정 슈퍼얼리버드</a:t>
            </a:r>
          </a:p>
          <a:p>
            <a:r>
              <a:t>실시간 소진율 노출</a:t>
            </a:r>
          </a:p>
          <a:p>
            <a:r>
              <a:t>SNS 공유 할인쿠폰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스토리 하이라이트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문제 제기→제품 소개→핵심 기능 및 사용 시나리오→차별점→리워드 안내→제작·배송 일정→유의사항</a:t>
            </a:r>
          </a:p>
          <a:p>
            <a:r>
              <a:t>실사용자 인터뷰 포함</a:t>
            </a:r>
          </a:p>
          <a:p>
            <a:r>
              <a:t>FAQ로 구매장벽 해소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일정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오픈예정 알림신청 2주, 본 펀딩 4주, 시제품 검수 완료 목표는 본 펀딩 오픈 10일 전</a:t>
            </a:r>
          </a:p>
          <a:p>
            <a:r>
              <a:t>2차 생산 여부 3주차 결정</a:t>
            </a:r>
          </a:p>
          <a:p>
            <a:r>
              <a:t>배송 목표 6주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와디즈 리워드·얼리버드·스토리 페이지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리워드 구성, 얼리버드 물량·전환 기준·재고 관리, 스토리 페이지 콘텐츠 구조 확정 방향 승인</a:t>
            </a:r>
          </a:p>
          <a:p>
            <a:pPr>
              <a:defRPr sz="1400"/>
            </a:pPr>
            <a:r>
              <a:t>스토리 페이지 순서: 문제 제기→제품 소개→핵심 기능 및 사용 시나리오→차별점→리워드 안내→제작·배송 일정→유의사항</a:t>
            </a:r>
          </a:p>
          <a:p>
            <a:pPr>
              <a:defRPr sz="1400"/>
            </a:pPr>
            <a:r>
              <a:t>원가·마진·생산능력·배송·AI 기능·개인정보 처리 및 규제 검토를 후속 검증 조건으로 설정</a:t>
            </a:r>
          </a:p>
          <a:p>
            <a:pPr>
              <a:defRPr sz="1400"/>
            </a:pPr>
            <a:r>
              <a:t>REQ-20250308-wadiz-journal-rewards-earlybird-story / DA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와디즈 승인 산출물 게이트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리워드·얼리버드·스토리 페이지 및 관련 문서 산출물 업데이트 승인</a:t>
            </a:r>
          </a:p>
          <a:p>
            <a:pPr>
              <a:defRPr sz="1400"/>
            </a:pPr>
            <a:r>
              <a:t>리워드 구성, 단계별 얼리버드 수량·판매 조건·재고 관리, 스토리 페이지 7단계 구조 반영</a:t>
            </a:r>
          </a:p>
          <a:p>
            <a:pPr>
              <a:defRPr sz="1400"/>
            </a:pPr>
            <a:r>
              <a:t>가격·수량·일정·대외 공개 문구는 원가·마진·생산·배송·AI 기능·개인정보·규제 검증 완료 후 확정</a:t>
            </a:r>
          </a:p>
          <a:p>
            <a:pPr>
              <a:defRPr sz="1400"/>
            </a:pPr>
            <a:r>
              <a:t>담당자·증빙·승인 게이트 확인을 RTM에 연결</a:t>
            </a:r>
          </a:p>
          <a:p>
            <a:pPr>
              <a:defRPr sz="1400"/>
            </a:pPr>
            <a:r>
              <a:t>REQ-20250308-wadiz-approval-deliverable-gates / DA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와디즈 런칭 승인 요건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승인(bench auto)을 런칭 요건 반영 승인 상태로 기록</a:t>
            </a:r>
          </a:p>
          <a:p>
            <a:pPr>
              <a:defRPr sz="1400"/>
            </a:pPr>
            <a:r>
              <a:t>오픈예정 알림신청 2주·본 펀딩 4주·시제품 검수 완료 목표는 본 펀딩 오픈 10일 전으로 반영</a:t>
            </a:r>
          </a:p>
          <a:p>
            <a:pPr>
              <a:defRPr sz="1400"/>
            </a:pPr>
            <a:r>
              <a:t>리워드 구성·얼리버드 물량·스토리 페이지 구조는 담당 의사결정권자와 확정 기한 확인 전까지 미확정</a:t>
            </a:r>
          </a:p>
          <a:p>
            <a:pPr>
              <a:defRPr sz="1400"/>
            </a:pPr>
            <a:r>
              <a:t>DA 5점 조건부 승인: 의사결정권자·기한·의존성·컴플라이언스 게이트·검수 합격 기준·실패 대응 확정 필요</a:t>
            </a:r>
          </a:p>
          <a:p>
            <a:pPr>
              <a:defRPr sz="1400"/>
            </a:pPr>
            <a:r>
              <a:t>REQ-20250308-wadiz-launch-approval-gates / 위키 커밋 5bc1f0b905b71799ed19bb7075ff63a48c8f8c4e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와디즈 런칭 승인 실행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와디즈 런칭 방향과 영향 산출물 갱신 범위를 승인 및 기록</a:t>
            </a:r>
          </a:p>
          <a:p>
            <a:pPr>
              <a:defRPr sz="1400"/>
            </a:pPr>
            <a:r>
              <a:t>리워드 구성·얼리버드 물량·스토리 페이지 구조와 원가·생산·개인정보·규제 검증 조건을 연결</a:t>
            </a:r>
          </a:p>
          <a:p>
            <a:pPr>
              <a:defRPr sz="1400"/>
            </a:pPr>
            <a:r>
              <a:t>오픈예정 알림신청 2주, 본 펀딩 4주, 시제품 검수 완료 목표는 본 펀딩 오픈 10일 전</a:t>
            </a:r>
          </a:p>
          <a:p>
            <a:pPr>
              <a:defRPr sz="1400"/>
            </a:pPr>
            <a:r>
              <a:t>리워드 가격·수량·얼리버드 총량·스토리 문구·최종 일정은 담당자·증빙·승인 게이트 확인 후 확정</a:t>
            </a:r>
          </a:p>
          <a:p>
            <a:pPr>
              <a:defRPr sz="1400"/>
            </a:pPr>
            <a:r>
              <a:t>REQ-20250308-wadiz-approval-execution / DA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와디즈 승인 페이로드 반영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리워드 구성·얼리버드 운영·스토리 페이지 7단계 구조와 런칭 일정의 확정 필요 범위를 관련 산출물에 반영</a:t>
            </a:r>
          </a:p>
          <a:p>
            <a:pPr>
              <a:defRPr sz="1400"/>
            </a:pPr>
            <a:r>
              <a:t>리워드 가격·수량·얼리버드 총량·최종 스토리 문구·확정 일정은 재무·재고·개인정보·규제 검증 및 의사결정권자 승인 전까지 미확정</a:t>
            </a:r>
          </a:p>
          <a:p>
            <a:pPr>
              <a:defRPr sz="1400"/>
            </a:pPr>
            <a:r>
              <a:t>오픈예정 알림신청 2주, 본 펀딩 4주, 시제품 검수 완료 목표는 본 펀딩 오픈 10일 전</a:t>
            </a:r>
          </a:p>
          <a:p>
            <a:pPr>
              <a:defRPr sz="1400"/>
            </a:pPr>
            <a:r>
              <a:t>원가·수수료·배송비·세금·환불·고객지원 비용, 목표 마진, 안전재고·불량률·검수·반품 물량·생산 리드타임을 검증 조건으로 추적</a:t>
            </a:r>
          </a:p>
          <a:p>
            <a:pPr>
              <a:defRPr sz="1400"/>
            </a:pPr>
            <a:r>
              <a:t>REQ-20250308-wadiz-approved-deliverables / DA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