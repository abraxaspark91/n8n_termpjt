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SAP FI 연결결산 대사 효율화 개선안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재무회계팀 · 결산 프로세스 개선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정의</a:t>
            </a:r>
          </a:p>
          <a:p>
            <a:r>
              <a:t>키 매핑 구조</a:t>
            </a:r>
          </a:p>
          <a:p>
            <a:r>
              <a:t>대사 프로세스</a:t>
            </a:r>
          </a:p>
          <a:p>
            <a:r>
              <a:t>자동화 방안</a:t>
            </a:r>
          </a:p>
          <a:p>
            <a:r>
              <a:t>효과 측정</a:t>
            </a:r>
          </a:p>
          <a:p>
            <a:r>
              <a:t>적용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법인별 상이한 거래키 체계</a:t>
            </a:r>
          </a:p>
          <a:p>
            <a:r>
              <a:t>결산시 불일치 200건 이상</a:t>
            </a:r>
          </a:p>
          <a:p>
            <a:r>
              <a:t>원인 추적 반복 수작업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키 매핑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표준 대사키 정의</a:t>
            </a:r>
          </a:p>
          <a:p>
            <a:r>
              <a:t>로컬키→표준키 매핑테이블</a:t>
            </a:r>
          </a:p>
          <a:p>
            <a:r>
              <a:t>신규 전표는 표준키 직접생성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대사 프로세스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표준키 기준 자동매칭</a:t>
            </a:r>
          </a:p>
          <a:p>
            <a:r>
              <a:t>불일치 사유코드 자동태깅</a:t>
            </a:r>
          </a:p>
          <a:p>
            <a:r>
              <a:t>담당자 자동배정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자동화 방안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사전 매칭 배치</a:t>
            </a:r>
          </a:p>
          <a:p>
            <a:r>
              <a:t>반복 패턴 자동 정정</a:t>
            </a:r>
          </a:p>
          <a:p>
            <a:r>
              <a:t>정정불가 건만 검토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효과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불일치 건수 40% 감소</a:t>
            </a:r>
          </a:p>
          <a:p>
            <a:r>
              <a:t>매칭 소요시간 단축</a:t>
            </a:r>
          </a:p>
          <a:p>
            <a:r>
              <a:t>마감 준수율 98% 목표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병행운영 1개 주기</a:t>
            </a:r>
          </a:p>
          <a:p>
            <a:r>
              <a:t>표준키 전면 전환</a:t>
            </a:r>
          </a:p>
          <a:p>
            <a:r>
              <a:t>예외 처리 절차 고도화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