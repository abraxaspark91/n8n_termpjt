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SAP FI 연결결산 대사 효율화 개선안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재무회계팀 · 결산 프로세스 개선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문제 정의</a:t>
            </a:r>
          </a:p>
          <a:p>
            <a:r>
              <a:t>키 매핑 구조</a:t>
            </a:r>
          </a:p>
          <a:p>
            <a:r>
              <a:t>대사 프로세스</a:t>
            </a:r>
          </a:p>
          <a:p>
            <a:r>
              <a:t>자동화 방안</a:t>
            </a:r>
          </a:p>
          <a:p>
            <a:r>
              <a:t>효과 측정</a:t>
            </a:r>
          </a:p>
          <a:p>
            <a:r>
              <a:t>적용 로드맵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문제 정의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법인별 상이한 거래키 체계</a:t>
            </a:r>
          </a:p>
          <a:p>
            <a:r>
              <a:t>결산시 불일치 200건 이상</a:t>
            </a:r>
          </a:p>
          <a:p>
            <a:r>
              <a:t>원인 추적 반복 수작업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키 매핑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표준 대사키 및 매핑 버전·기준 시점 정의, 변경 이력·유효기간·상태 관리</a:t>
            </a:r>
          </a:p>
          <a:p>
            <a:r>
              <a:t>로컬키→표준키 매핑테이블</a:t>
            </a:r>
          </a:p>
          <a:p>
            <a:r>
              <a:t>신규 전표는 표준키 직접생성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대사 프로세스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표준키 기준 자동매칭 및 대사 대상·매핑 키·대사 상태·불일치 사유·조치 상태 통합 조회</a:t>
            </a:r>
          </a:p>
          <a:p>
            <a:r>
              <a:t>불일치 사유코드 자동태깅</a:t>
            </a:r>
          </a:p>
          <a:p>
            <a:r>
              <a:t>담당자 자동배정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자동화 방안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일 1회 사전 매칭 배치</a:t>
            </a:r>
          </a:p>
          <a:p>
            <a:r>
              <a:t>반복 패턴 자동 정정</a:t>
            </a:r>
          </a:p>
          <a:p>
            <a:r>
              <a:t>정정불가 건만 검토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효과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불일치 건수 40% 감소</a:t>
            </a:r>
          </a:p>
          <a:p>
            <a:r>
              <a:t>매칭 소요시간 단축</a:t>
            </a:r>
          </a:p>
          <a:p>
            <a:r>
              <a:t>마감 준수율 98% 목표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로드맵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병행운영 1개 주기</a:t>
            </a:r>
          </a:p>
          <a:p>
            <a:r>
              <a:t>표준키 전면 전환</a:t>
            </a:r>
          </a:p>
          <a:p>
            <a:r>
              <a:t>예외 처리 절차 고도화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승인: 내부거래대사 키 매핑 및 리포트 조회 개선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표준 매핑 구조와 키 생성·수정·조회·유효기간·상태·이력 관리 반영</a:t>
            </a:r>
          </a:p>
          <a:p>
            <a:pPr>
              <a:defRPr sz="1400"/>
            </a:pPr>
            <a:r>
              <a:t>기존 결산 결과 호환성과 매핑 변경 영향 관리 반영</a:t>
            </a:r>
          </a:p>
          <a:p>
            <a:pPr>
              <a:defRPr sz="1400"/>
            </a:pPr>
            <a:r>
              <a:t>대사 대상·매핑 키·상태·불일치 사유·조치 상태의 통합 조회 및 상세 drill-down 반영</a:t>
            </a:r>
          </a:p>
          <a:p>
            <a:pPr>
              <a:defRPr sz="1400"/>
            </a:pPr>
            <a:r>
              <a:t>미매핑·중복 매핑·변경 이력·대량 조회·호환성 테스트 시나리오 추가</a:t>
            </a:r>
          </a:p>
          <a:p>
            <a:pPr>
              <a:defRPr sz="1400"/>
            </a:pPr>
            <a:r>
              <a:t>권한·감사통제·이력 재현성·마이그레이션·운영 성능 기준은 후속 관리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승인 및 후속 검증 기준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내부거래대사 키를 표준 매핑 구조로 통합하고 매핑 버전·변경 이력·기준 시점·기존 결산 결과 호환성과 재현성을 관리</a:t>
            </a:r>
          </a:p>
          <a:p>
            <a:pPr>
              <a:defRPr sz="1400"/>
            </a:pPr>
            <a:r>
              <a:t>결산리포트에 대사 대상·매핑 키·상태·불일치 사유·조치 상태 및 미대사·불일치 중심 조회와 상세 drill-down 반영</a:t>
            </a:r>
          </a:p>
          <a:p>
            <a:pPr>
              <a:defRPr sz="1400"/>
            </a:pPr>
            <a:r>
              <a:t>정상·미매핑·중복·이력 변경·대량 조회·호환성·시점별 재현성 테스트와 권한·감사로그·인터페이스·성능·마이그레이션·롤백 기준을 후속 확정 및 검증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이력: 표준 키 매핑 및 결산리포트 개선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내부거래대사 키를 표준 매핑 구조로 통합하고 생성·변경·조회·유효기간·상태 및 이력 관리 기준을 반영</a:t>
            </a:r>
          </a:p>
          <a:p>
            <a:pPr>
              <a:defRPr sz="1400"/>
            </a:pPr>
            <a:r>
              <a:t>결산 데이터 호환성과 과거 결과 재현성 관리 기준을 반영</a:t>
            </a:r>
          </a:p>
          <a:p>
            <a:pPr>
              <a:defRPr sz="1400"/>
            </a:pPr>
            <a:r>
              <a:t>대사 대상·매핑 키·대사 상태·불일치 사유·조치 상태 조회와 미대사·불일치 필터 및 drill-down을 추가</a:t>
            </a:r>
          </a:p>
          <a:p>
            <a:pPr>
              <a:defRPr sz="1400"/>
            </a:pPr>
            <a:r>
              <a:t>정상·미매핑·중복·변경 이력·대량 조회·호환성·재현성 테스트를 추가</a:t>
            </a:r>
          </a:p>
          <a:p>
            <a:pPr>
              <a:defRPr sz="1400"/>
            </a:pPr>
            <a:r>
              <a:t>권한·감사·성능·마이그레이션·롤백 기준은 후속 확정 사항으로 추적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이력: 내부거래대사 키 표준화 및 리포트 개선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표준 매핑 구조에 키 생성·수정·조회·유효기간·상태 관리와 매핑 이력을 통합</a:t>
            </a:r>
          </a:p>
          <a:p>
            <a:pPr>
              <a:defRPr sz="1400"/>
            </a:pPr>
            <a:r>
              <a:t>미매핑·중복 매핑·호환성·시점별 재현성·마이그레이션 검증 기준 반영</a:t>
            </a:r>
          </a:p>
          <a:p>
            <a:pPr>
              <a:defRPr sz="1400"/>
            </a:pPr>
            <a:r>
              <a:t>결산리포트에 대사 대상·매핑 키·상태·불일치 사유·조치 상태 및 drill-down 조회 반영</a:t>
            </a:r>
          </a:p>
          <a:p>
            <a:pPr>
              <a:defRPr sz="1400"/>
            </a:pPr>
            <a:r>
              <a:t>미착상품 계정 불일치 12건과 환율차이 기인 7건을 포함한 총 19건을 주요 검증 데이터로 관리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이력 - 표준 키 매핑 및 결산리포트 개선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표준 내부거래대사 키와 생성·수정·조회·유효기간·상태 관리 기준을 통합</a:t>
            </a:r>
          </a:p>
          <a:p>
            <a:pPr>
              <a:defRPr sz="1400"/>
            </a:pPr>
            <a:r>
              <a:t>파트너사 코드 미매핑 주요 불일치 19건(미착상품 12건, 환율차이 7건)을 검증 대상으로 관리</a:t>
            </a:r>
          </a:p>
          <a:p>
            <a:pPr>
              <a:defRPr sz="1400"/>
            </a:pPr>
            <a:r>
              <a:t>미매핑·중복 매핑·변경 이력·호환성·재현성·권한·감사로그·마이그레이션·롤백 기준 반영</a:t>
            </a:r>
          </a:p>
          <a:p>
            <a:pPr>
              <a:defRPr sz="1400"/>
            </a:pPr>
            <a:r>
              <a:t>결산리포트 통합 조회, 필터·정렬·상세 drill-down 및 미대사·불일치 중심 조회 제공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변경 승인 반영: 표준 키 매핑 및 결산리포트 조회 개선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내부거래대사 키를 표준 매핑 구조로 통합하고 생성·수정·조회·유효기간·상태·이력 기준을 정의</a:t>
            </a:r>
          </a:p>
          <a:p>
            <a:pPr>
              <a:defRPr sz="1400"/>
            </a:pPr>
            <a:r>
              <a:t>대사 대상·매핑 키·대사 상태·불일치 사유·조치 상태를 한 화면에서 조회</a:t>
            </a:r>
          </a:p>
          <a:p>
            <a:pPr>
              <a:defRPr sz="1400"/>
            </a:pPr>
            <a:r>
              <a:t>조회·필터·정렬·상세 drill-down 및 미대사·불일치 중심 조회 반영</a:t>
            </a:r>
          </a:p>
          <a:p>
            <a:pPr>
              <a:defRPr sz="1400"/>
            </a:pPr>
            <a:r>
              <a:t>기존 결산 결과 재현성, 권한통제, cross-module 영향, 성능, 마이그레이션·롤백 기준을 추적 및 테스트에 반영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